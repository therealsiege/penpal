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5" r:id="rId5"/>
    <p:sldMasterId id="2147483746" r:id="rId6"/>
    <p:sldMasterId id="214748374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y="5143500" cx="9144000"/>
  <p:notesSz cx="6858000" cy="9144000"/>
  <p:embeddedFontLst>
    <p:embeddedFont>
      <p:font typeface="Ubuntu"/>
      <p:regular r:id="rId31"/>
      <p:bold r:id="rId32"/>
      <p:italic r:id="rId33"/>
      <p:boldItalic r:id="rId34"/>
    </p:embeddedFont>
    <p:embeddedFont>
      <p:font typeface="Cairo SemiBold"/>
      <p:regular r:id="rId35"/>
      <p:bold r:id="rId36"/>
    </p:embeddedFont>
    <p:embeddedFont>
      <p:font typeface="Cairo"/>
      <p:regular r:id="rId37"/>
      <p:bold r:id="rId38"/>
    </p:embeddedFont>
    <p:embeddedFont>
      <p:font typeface="Helvetica Neue"/>
      <p:regular r:id="rId39"/>
      <p:bold r:id="rId40"/>
      <p:italic r:id="rId41"/>
      <p:boldItalic r:id="rId42"/>
    </p:embeddedFont>
    <p:embeddedFont>
      <p:font typeface="Helvetica Neue Light"/>
      <p:regular r:id="rId43"/>
      <p:bold r:id="rId44"/>
      <p:italic r:id="rId45"/>
      <p:boldItalic r:id="rId46"/>
    </p:embeddedFont>
    <p:embeddedFont>
      <p:font typeface="Courier Prime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243196-FB39-4084-B589-AAB5FD513E33}">
  <a:tblStyle styleId="{AA243196-FB39-4084-B589-AAB5FD513E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44" Type="http://schemas.openxmlformats.org/officeDocument/2006/relationships/font" Target="fonts/HelveticaNeueLight-bold.fntdata"/><Relationship Id="rId43" Type="http://schemas.openxmlformats.org/officeDocument/2006/relationships/font" Target="fonts/HelveticaNeueLight-regular.fntdata"/><Relationship Id="rId46" Type="http://schemas.openxmlformats.org/officeDocument/2006/relationships/font" Target="fonts/HelveticaNeueLight-boldItalic.fntdata"/><Relationship Id="rId45" Type="http://schemas.openxmlformats.org/officeDocument/2006/relationships/font" Target="fonts/HelveticaNeue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CourierPrime-bold.fntdata"/><Relationship Id="rId47" Type="http://schemas.openxmlformats.org/officeDocument/2006/relationships/font" Target="fonts/CourierPrime-regular.fntdata"/><Relationship Id="rId49" Type="http://schemas.openxmlformats.org/officeDocument/2006/relationships/font" Target="fonts/CourierPrime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Ubuntu-regular.fntdata"/><Relationship Id="rId30" Type="http://schemas.openxmlformats.org/officeDocument/2006/relationships/slide" Target="slides/slide22.xml"/><Relationship Id="rId33" Type="http://schemas.openxmlformats.org/officeDocument/2006/relationships/font" Target="fonts/Ubuntu-italic.fntdata"/><Relationship Id="rId32" Type="http://schemas.openxmlformats.org/officeDocument/2006/relationships/font" Target="fonts/Ubuntu-bold.fntdata"/><Relationship Id="rId35" Type="http://schemas.openxmlformats.org/officeDocument/2006/relationships/font" Target="fonts/CairoSemiBold-regular.fntdata"/><Relationship Id="rId34" Type="http://schemas.openxmlformats.org/officeDocument/2006/relationships/font" Target="fonts/Ubuntu-boldItalic.fntdata"/><Relationship Id="rId37" Type="http://schemas.openxmlformats.org/officeDocument/2006/relationships/font" Target="fonts/Cairo-regular.fntdata"/><Relationship Id="rId36" Type="http://schemas.openxmlformats.org/officeDocument/2006/relationships/font" Target="fonts/CairoSemiBold-bold.fntdata"/><Relationship Id="rId39" Type="http://schemas.openxmlformats.org/officeDocument/2006/relationships/font" Target="fonts/HelveticaNeue-regular.fntdata"/><Relationship Id="rId38" Type="http://schemas.openxmlformats.org/officeDocument/2006/relationships/font" Target="fonts/Cairo-bold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0" Type="http://schemas.openxmlformats.org/officeDocument/2006/relationships/font" Target="fonts/CourierPrime-bold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b2050622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b2050622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b205062287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g2b205062287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c9fc6eaaa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8" name="Google Shape;848;g2c9fc6eaaa2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230e67a3f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7" name="Google Shape;857;g37230e67a3f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b23357dc94_0_2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b23357dc94_0_2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b23357dc94_0_5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b23357dc94_0_5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b23357dc94_0_36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8" name="Google Shape;888;g2b23357dc94_0_36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b23357dc94_0_3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1" name="Google Shape;911;g2b23357dc94_0_32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b23357dc94_0_32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0" name="Google Shape;920;g2b23357dc94_0_32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Helvetica Neue"/>
              <a:buChar char="●"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b23357dc94_0_6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b23357dc94_0_6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b23357dc94_0_2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b23357dc94_0_2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flowchart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649696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BT</a:t>
            </a:r>
            <a:endParaRPr sz="900">
              <a:solidFill>
                <a:srgbClr val="649696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app1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[&lt;table&gt;&lt;thead&gt;&lt;tr&gt;&lt;th&gt;Appointment&lt;/th&gt;&lt;/tr&gt;&lt;/thead&gt;&lt;tbody&gt;&lt;tr&gt;&lt;td&gt;Homer Simpson&lt;/td&gt;&lt;/tr&gt;&lt;tr&gt;&lt;td&gt;Fall Assessment&lt;/td&gt;&lt;tr&gt;&lt;/tbody&gt;&lt;/table&gt;]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encounter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[&lt;table&gt;&lt;thead&gt;&lt;tr&gt;&lt;th&gt;Encounter&lt;/th&gt;&lt;/tr&gt;&lt;/thead&gt;&lt;tbody&gt;&lt;tr&gt;&lt;td&gt;Homer Simpson&lt;/td&gt;&lt;/tr&gt;&lt;tr&gt;&lt;td&gt;Fall Assessment Encounter&lt;/td&gt;&lt;tr&gt;&lt;/tbody&gt;&lt;/table&gt;]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patient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[&lt;table&gt;&lt;thead&gt;&lt;tr&gt;&lt;th&gt;Patient&lt;/th&gt;&lt;/tr&gt;&lt;/thead&gt;&lt;tbody&gt;&lt;tr&gt;&lt;td&gt;Homer Simpson&lt;/td&gt;&lt;/tr&gt;&lt;/tbody&gt;&lt;/table&gt;]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subgraph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Results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note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[&lt;table&gt;&lt;thead&gt;&lt;tr&gt;&lt;th&gt;Clinical Impression&lt;/th&gt;&lt;/tr&gt;&lt;/thead&gt;&lt;tbody&gt;&lt;tr&gt;&lt;td&gt;Homer Simpson&lt;/td&gt;&lt;/tr&gt;&lt;tr&gt;&lt;td&gt;Fall Assessment Note&lt;/td&gt;&lt;tr&gt;&lt;/tbody&gt;&lt;/table&gt;]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obs1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[&lt;table&gt;&lt;thead&gt;&lt;tr&gt;&lt;th&gt;Observation&lt;/th&gt;&lt;/tr&gt;&lt;/thead&gt;&lt;tbody&gt;&lt;tr&gt;&lt;td&gt;Heart Rate: 150 bpm&lt;/td&gt;&lt;/tr&gt;&lt;/tbody&gt;&lt;/table&gt;]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ra1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[&lt;table&gt;&lt;thead&gt;&lt;tr&gt;&lt;th&gt;RiskAssessment&lt;/th&gt;&lt;/tr&gt;&lt;/thead&gt;&lt;tbody&gt;&lt;tr&gt;&lt;td&gt;Fall Risk: 80%&lt;/td&gt;&lt;/tr&gt;&lt;/tbody&gt;&lt;/table&gt;]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1" sz="900">
              <a:solidFill>
                <a:srgbClr val="9650C8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encounter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|appointment|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app1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encounter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|subject|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patient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note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|encounter|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encounter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obs1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|encounter|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encounter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ra1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|encounter|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encounter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b23357dc94_0_2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b23357dc94_0_2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b23357dc94_0_2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2b23357dc94_0_2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7230e67a3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7230e67a3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7230e67a3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7230e67a3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CarePlan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Task, Focal Resource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flowchart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649696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LR</a:t>
            </a:r>
            <a:endParaRPr sz="900">
              <a:solidFill>
                <a:srgbClr val="649696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CarePlan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[&lt;b&gt;CarePlan&lt;/b&gt;]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Goal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[&lt;table&gt;&lt;thead&gt;&lt;tr&gt;&lt;th&gt;Goal&lt;/th&gt;&lt;/tr&gt;&lt;/thead&gt;&lt;tbody&gt;&lt;tr&gt;&lt;td&gt;Reduce Fall Risk by 10%&lt;/td&gt;&lt;/tr&gt;&lt;/tbody&gt;&lt;/table&gt;]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subgraph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tasks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[&lt;i&gt;Tasks&lt;/i&gt;]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T1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[&lt;table&gt;&lt;thead&gt;&lt;tr&gt;&lt;th&gt;Task&lt;/th&gt;&lt;/tr&gt;&lt;/thead&gt;&lt;tbody&gt;&lt;tr&gt;&lt;td&gt;Complete ICA Assessment&lt;/td&gt;&lt;/tr&gt;&lt;/tbody&gt;&lt;/table&gt;]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T2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[&lt;table&gt;&lt;thead&gt;&lt;tr&gt;&lt;th&gt;Task&lt;/th&gt;&lt;/tr&gt;&lt;/thead&gt;&lt;tbody&gt;&lt;tr&gt;&lt;td&gt;Schedule Appointment&lt;/td&gt;&lt;/tr&gt;&lt;/tbody&gt;&lt;/table&gt;]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F1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[&lt;table&gt;&lt;thead&gt;&lt;tr&gt;&lt;th&gt;Questionnaire&lt;/th&gt;&lt;/tr&gt;&lt;/thead&gt;&lt;tbody&gt;&lt;tr&gt;&lt;td&gt;ICA Screen&lt;/td&gt;&lt;/tr&gt;&lt;/tbody&gt;&lt;/table&gt;]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F2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[&lt;table&gt;&lt;thead&gt;&lt;tr&gt;&lt;th&gt;Schedule&lt;/th&gt;&lt;/tr&gt;&lt;/thead&gt;&lt;tbody&gt;&lt;tr&gt;&lt;td&gt;Dr. Alice Smith's schedule&lt;/td&gt;&lt;/tr&gt;&lt;/tbody&gt;&lt;/table&gt;]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T1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|focus|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F1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T2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|focus|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F2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1" sz="900">
              <a:solidFill>
                <a:srgbClr val="9650C8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CarePlan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|subject|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[&lt;table&gt;&lt;thead&gt;&lt;tr&gt;&lt;th&gt;Patient&lt;/th&gt;&lt;/tr&gt;&lt;/thead&gt;&lt;tbody&gt;&lt;tr&gt;&lt;td&gt;Homer Simpson&lt;/td&gt;&lt;/tr&gt;&lt;/tbody&gt;&lt;/table&gt;]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CarePlan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|goal|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Goal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CarePlan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|activity|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T1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CarePlan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|activity|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T2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7230e67a3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7230e67a3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7230e67a3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7230e67a3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7230e67a3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37230e67a3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flowchart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649696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BT</a:t>
            </a:r>
            <a:endParaRPr sz="900">
              <a:solidFill>
                <a:srgbClr val="649696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[&lt;table&gt;&lt;thead&gt;&lt;tr&gt;&lt;th&gt;Questionnaire&lt;/th&gt;&lt;/tr&gt;&lt;/thead&gt;&lt;tbody&gt;&lt;tr&gt;&lt;td&gt;ICA Assessment&lt;/td&gt;&lt;/tr&gt;&lt;/tbody&gt;&lt;/table&gt;]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subgraph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p1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[&lt;i&gt;Patient 1&lt;/i&gt;]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QR1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[&lt;table&gt;&lt;thead&gt;&lt;tr&gt;&lt;th&gt;QuestionnaireResponse&lt;/th&gt;&lt;/tr&gt;&lt;/thead&gt;&lt;tbody&gt;&lt;tr&gt;&lt;td&gt;Homer Simpsons' Response&lt;/td&gt;&lt;/tr&gt;&lt;/tbody&gt;&lt;/table&gt;]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Obs11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[&lt;table&gt;&lt;thead&gt;&lt;tr&gt;&lt;th&gt;Observation&lt;/th&gt;&lt;/tr&gt;&lt;/thead&gt;&lt;tbody&gt;&lt;tr&gt;&lt;td&gt;Heart Rate: 150 bpm&lt;/td&gt;&lt;/tr&gt;&lt;/tbody&gt;&lt;/table&gt;]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|basedOn|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QR1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Obs12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[&lt;table&gt;&lt;thead&gt;&lt;tr&gt;&lt;th&gt;Observation&lt;/th&gt;&lt;/tr&gt;&lt;/thead&gt;&lt;tbody&gt;&lt;tr&gt;&lt;td&gt;BMI: 300&lt;/td&gt;&lt;/tr&gt;&lt;/tbody&gt;&lt;/table&gt;]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|basedOn|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QR1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RA11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[&lt;table&gt;&lt;thead&gt;&lt;tr&gt;&lt;th&gt;RiskAssessment&lt;/th&gt;&lt;/tr&gt;&lt;/thead&gt;&lt;tbody&gt;&lt;tr&gt;&lt;td&gt;Future Fall Risk: 80%&lt;/td&gt;&lt;/tr&gt;&lt;/tbody&gt;&lt;/table&gt;]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|basedOn|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QR1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condition1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[&lt;table&gt;&lt;thead&gt;&lt;tr&gt;&lt;th&gt;Condition&lt;/th&gt;&lt;/tr&gt;&lt;/thead&gt;&lt;tbody&gt;&lt;tr&gt;&lt;td&gt;Hypertension&lt;/td&gt;&lt;/tr&gt;&lt;/tbody&gt;&lt;/table&gt;]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|evidence.detail|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QR1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1" sz="900">
              <a:solidFill>
                <a:srgbClr val="9650C8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subgraph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p2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[&lt;i&gt;Patient 2&lt;/i&gt;]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QR2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[&lt;table&gt;&lt;thead&gt;&lt;tr&gt;&lt;th&gt;QuestionnaireResponse&lt;/th&gt;&lt;/tr&gt;&lt;/thead&gt;&lt;tbody&gt;&lt;tr&gt;&lt;td&gt;Rick Sanchez's Response&lt;/td&gt;&lt;/tr&gt;&lt;/tbody&gt;&lt;/table&gt;]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Obs21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[&lt;table&gt;&lt;thead&gt;&lt;tr&gt;&lt;th&gt;Observation&lt;/th&gt;&lt;/tr&gt;&lt;/thead&gt;&lt;tbody&gt;&lt;tr&gt;&lt;td&gt;Heart Rate: 190 bpm&lt;/td&gt;&lt;/tr&gt;&lt;/tbody&gt;&lt;/table&gt;]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|basedOn|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QR2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Obs22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[&lt;table&gt;&lt;thead&gt;&lt;tr&gt;&lt;th&gt;Observation&lt;/th&gt;&lt;/tr&gt;&lt;/thead&gt;&lt;tbody&gt;&lt;tr&gt;&lt;td&gt;BMI: 110 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|basedOn|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QR2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RA21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[&lt;table&gt;&lt;thead&gt;&lt;tr&gt;&lt;th&gt;RiskAssessment&lt;/th&gt;&lt;/tr&gt;&lt;/thead&gt;&lt;tbody&gt;&lt;tr&gt;&lt;td&gt;Future Fall Risk: 20%&lt;/td&gt;&lt;/tr&gt;&lt;/tbody&gt;&lt;/table&gt;]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|basedOn|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QR2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condition2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[&lt;table&gt;&lt;thead&gt;&lt;tr&gt;&lt;th&gt;Condition&lt;/th&gt;&lt;/tr&gt;&lt;/thead&gt;&lt;tbody&gt;&lt;tr&gt;&lt;td&gt;Diabetes&lt;/td&gt;&lt;/tr&gt;&lt;/tbody&gt;&lt;/table&gt;]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|evidence.detail|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QR2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1" sz="900">
              <a:solidFill>
                <a:srgbClr val="9650C8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QR1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QR2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Q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650C8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7230e67a3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37230e67a3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b23357dc94_0_6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2b23357dc94_0_6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2b23357dc94_0_6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2b23357dc94_0_6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flowchart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649696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endParaRPr sz="900">
              <a:solidFill>
                <a:srgbClr val="649696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[&lt;b&gt;CareTeam&lt;/b&gt;]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subgraph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clinicians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[&lt;i&gt;Clinicians&lt;/i&gt;]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  &lt;table&gt;&lt;thead&gt;&lt;tr&gt;&lt;th&gt;Practitioner&lt;/th&gt;&lt;/tr&gt;&lt;/thead&gt;&lt;tbody&gt;&lt;tr&gt;&lt;td&gt;Dr. Alice Smith&lt;/td&gt;&lt;/tr&gt;&lt;/tbody&gt;&lt;/table&gt;]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  &lt;table&gt;&lt;thead&gt;&lt;tr&gt;&lt;th&gt;Practitioner&lt;/th&gt;&lt;/tr&gt;&lt;/thead&gt;&lt;tbody&gt;&lt;tr&gt;&lt;td&gt;Bob Ross, NP&lt;/td&gt;&lt;/tr&gt;&lt;/tbody&gt;&lt;/table&gt;]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900">
                <a:solidFill>
                  <a:srgbClr val="9650C8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1" sz="900">
              <a:solidFill>
                <a:srgbClr val="9650C8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|member|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|member|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sz="900">
              <a:solidFill>
                <a:srgbClr val="A22889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900">
                <a:solidFill>
                  <a:srgbClr val="0088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--&gt;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|subject|</a:t>
            </a: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A22889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" sz="900">
                <a:solidFill>
                  <a:srgbClr val="AA85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[&lt;table&gt;&lt;thead&gt;&lt;tr&gt;&lt;th&gt;Patient&lt;/th&gt;&lt;/tr&gt;&lt;/thead&gt;&lt;tbody&gt;&lt;tr&gt;&lt;td&gt;Homer Simpson&lt;/td&gt;&lt;/tr&gt;&lt;/tbody&gt;&lt;/table&gt;]</a:t>
            </a:r>
            <a:endParaRPr sz="900">
              <a:solidFill>
                <a:srgbClr val="AA85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90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650C8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b23357dc94_0_6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b23357dc94_0_6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 1">
  <p:cSld name="TITLE_AND_BODY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idx="12" type="sldNum"/>
          </p:nvPr>
        </p:nvSpPr>
        <p:spPr>
          <a:xfrm>
            <a:off x="8669100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">
  <p:cSld name="CUSTOM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6" name="Google Shape;66;p20"/>
          <p:cNvCxnSpPr/>
          <p:nvPr/>
        </p:nvCxnSpPr>
        <p:spPr>
          <a:xfrm>
            <a:off x="-23950" y="8904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" name="Google Shape;6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1807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0"/>
          <p:cNvSpPr txBox="1"/>
          <p:nvPr/>
        </p:nvSpPr>
        <p:spPr>
          <a:xfrm>
            <a:off x="432225" y="1469575"/>
            <a:ext cx="343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0"/>
          <p:cNvSpPr txBox="1"/>
          <p:nvPr/>
        </p:nvSpPr>
        <p:spPr>
          <a:xfrm>
            <a:off x="304800" y="1469575"/>
            <a:ext cx="326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0"/>
          <p:cNvSpPr/>
          <p:nvPr>
            <p:ph idx="2" type="pic"/>
          </p:nvPr>
        </p:nvSpPr>
        <p:spPr>
          <a:xfrm>
            <a:off x="5822250" y="1469575"/>
            <a:ext cx="2770500" cy="277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20"/>
          <p:cNvSpPr txBox="1"/>
          <p:nvPr>
            <p:ph idx="1" type="subTitle"/>
          </p:nvPr>
        </p:nvSpPr>
        <p:spPr>
          <a:xfrm>
            <a:off x="301750" y="1469575"/>
            <a:ext cx="477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72" name="Google Shape;72;p20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2800"/>
              <a:buFont typeface="Cairo"/>
              <a:buNone/>
              <a:defRPr b="1" sz="28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3" type="title"/>
          </p:nvPr>
        </p:nvSpPr>
        <p:spPr>
          <a:xfrm>
            <a:off x="5926500" y="4371000"/>
            <a:ext cx="2562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Cairo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26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21"/>
          <p:cNvCxnSpPr/>
          <p:nvPr/>
        </p:nvCxnSpPr>
        <p:spPr>
          <a:xfrm>
            <a:off x="-23950" y="8904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7" name="Google Shape;7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1807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1"/>
          <p:cNvSpPr txBox="1"/>
          <p:nvPr>
            <p:ph idx="1" type="subTitle"/>
          </p:nvPr>
        </p:nvSpPr>
        <p:spPr>
          <a:xfrm>
            <a:off x="391475" y="1437150"/>
            <a:ext cx="404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79" name="Google Shape;79;p21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2800"/>
              <a:buFont typeface="Cairo"/>
              <a:buNone/>
              <a:defRPr b="1" sz="28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0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CUSTOM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6254000" y="1715763"/>
            <a:ext cx="2485200" cy="2669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3329400" y="1699250"/>
            <a:ext cx="2485200" cy="2669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2"/>
          <p:cNvSpPr/>
          <p:nvPr/>
        </p:nvSpPr>
        <p:spPr>
          <a:xfrm>
            <a:off x="404800" y="1699250"/>
            <a:ext cx="2485200" cy="2669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5" name="Google Shape;85;p22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6" name="Google Shape;8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2"/>
          <p:cNvSpPr txBox="1"/>
          <p:nvPr>
            <p:ph idx="1" type="subTitle"/>
          </p:nvPr>
        </p:nvSpPr>
        <p:spPr>
          <a:xfrm>
            <a:off x="631750" y="26051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subTitle"/>
          </p:nvPr>
        </p:nvSpPr>
        <p:spPr>
          <a:xfrm>
            <a:off x="3556350" y="26051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subTitle"/>
          </p:nvPr>
        </p:nvSpPr>
        <p:spPr>
          <a:xfrm>
            <a:off x="6480950" y="2621613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 (b)">
  <p:cSld name="CUSTOM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/>
          <p:nvPr/>
        </p:nvSpPr>
        <p:spPr>
          <a:xfrm>
            <a:off x="6357200" y="1771112"/>
            <a:ext cx="2382000" cy="2558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3"/>
          <p:cNvSpPr/>
          <p:nvPr/>
        </p:nvSpPr>
        <p:spPr>
          <a:xfrm>
            <a:off x="3216450" y="1578050"/>
            <a:ext cx="2711100" cy="29115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3"/>
          <p:cNvSpPr/>
          <p:nvPr/>
        </p:nvSpPr>
        <p:spPr>
          <a:xfrm>
            <a:off x="404800" y="1771275"/>
            <a:ext cx="2382000" cy="2558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6" name="Google Shape;96;p23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7" name="Google Shape;9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3"/>
          <p:cNvSpPr txBox="1"/>
          <p:nvPr>
            <p:ph idx="1" type="subTitle"/>
          </p:nvPr>
        </p:nvSpPr>
        <p:spPr>
          <a:xfrm>
            <a:off x="580150" y="2621625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subTitle"/>
          </p:nvPr>
        </p:nvSpPr>
        <p:spPr>
          <a:xfrm>
            <a:off x="3556350" y="26051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subTitle"/>
          </p:nvPr>
        </p:nvSpPr>
        <p:spPr>
          <a:xfrm>
            <a:off x="6532550" y="2621612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">
  <p:cSld name="CUSTOM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24"/>
          <p:cNvSpPr/>
          <p:nvPr/>
        </p:nvSpPr>
        <p:spPr>
          <a:xfrm>
            <a:off x="404800" y="1699250"/>
            <a:ext cx="3949800" cy="2669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" name="Google Shape;105;p24"/>
          <p:cNvCxnSpPr/>
          <p:nvPr/>
        </p:nvCxnSpPr>
        <p:spPr>
          <a:xfrm>
            <a:off x="-23950" y="8904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6" name="Google Shape;10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1807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/>
          <p:nvPr/>
        </p:nvSpPr>
        <p:spPr>
          <a:xfrm>
            <a:off x="4642950" y="1699250"/>
            <a:ext cx="3949800" cy="2669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4"/>
          <p:cNvSpPr txBox="1"/>
          <p:nvPr>
            <p:ph idx="1" type="subTitle"/>
          </p:nvPr>
        </p:nvSpPr>
        <p:spPr>
          <a:xfrm>
            <a:off x="857650" y="2605100"/>
            <a:ext cx="3044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2" type="subTitle"/>
          </p:nvPr>
        </p:nvSpPr>
        <p:spPr>
          <a:xfrm>
            <a:off x="5281050" y="2605100"/>
            <a:ext cx="2673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type="title"/>
          </p:nvPr>
        </p:nvSpPr>
        <p:spPr>
          <a:xfrm>
            <a:off x="300525" y="15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2800"/>
              <a:buFont typeface="Cairo"/>
              <a:buNone/>
              <a:defRPr b="1" sz="28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1">
  <p:cSld name="CUSTOM_3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5"/>
          <p:cNvSpPr/>
          <p:nvPr/>
        </p:nvSpPr>
        <p:spPr>
          <a:xfrm>
            <a:off x="404800" y="1089650"/>
            <a:ext cx="3949800" cy="3710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25"/>
          <p:cNvCxnSpPr/>
          <p:nvPr/>
        </p:nvCxnSpPr>
        <p:spPr>
          <a:xfrm>
            <a:off x="-23950" y="8904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5" name="Google Shape;11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1807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5"/>
          <p:cNvSpPr/>
          <p:nvPr/>
        </p:nvSpPr>
        <p:spPr>
          <a:xfrm>
            <a:off x="4642950" y="1089650"/>
            <a:ext cx="3949800" cy="3710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5"/>
          <p:cNvSpPr txBox="1"/>
          <p:nvPr>
            <p:ph idx="1" type="subTitle"/>
          </p:nvPr>
        </p:nvSpPr>
        <p:spPr>
          <a:xfrm>
            <a:off x="857650" y="1995500"/>
            <a:ext cx="3044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2" type="subTitle"/>
          </p:nvPr>
        </p:nvSpPr>
        <p:spPr>
          <a:xfrm>
            <a:off x="5281050" y="1995500"/>
            <a:ext cx="2673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type="title"/>
          </p:nvPr>
        </p:nvSpPr>
        <p:spPr>
          <a:xfrm>
            <a:off x="300525" y="15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2800"/>
              <a:buFont typeface="Cairo"/>
              <a:buNone/>
              <a:defRPr b="1" sz="28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">
  <p:cSld name="CUSTOM_4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6"/>
          <p:cNvSpPr/>
          <p:nvPr/>
        </p:nvSpPr>
        <p:spPr>
          <a:xfrm>
            <a:off x="4505975" y="1699250"/>
            <a:ext cx="4166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26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4" name="Google Shape;12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6"/>
          <p:cNvSpPr/>
          <p:nvPr/>
        </p:nvSpPr>
        <p:spPr>
          <a:xfrm>
            <a:off x="4819350" y="2096225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6"/>
          <p:cNvSpPr/>
          <p:nvPr/>
        </p:nvSpPr>
        <p:spPr>
          <a:xfrm>
            <a:off x="4819350" y="286010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6"/>
          <p:cNvSpPr/>
          <p:nvPr/>
        </p:nvSpPr>
        <p:spPr>
          <a:xfrm>
            <a:off x="4819350" y="358145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6"/>
          <p:cNvSpPr txBox="1"/>
          <p:nvPr>
            <p:ph idx="1" type="subTitle"/>
          </p:nvPr>
        </p:nvSpPr>
        <p:spPr>
          <a:xfrm>
            <a:off x="5310625" y="19589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2" type="subTitle"/>
          </p:nvPr>
        </p:nvSpPr>
        <p:spPr>
          <a:xfrm>
            <a:off x="5310625" y="26822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3" type="subTitle"/>
          </p:nvPr>
        </p:nvSpPr>
        <p:spPr>
          <a:xfrm>
            <a:off x="5310625" y="34055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4" type="subTitle"/>
          </p:nvPr>
        </p:nvSpPr>
        <p:spPr>
          <a:xfrm>
            <a:off x="301750" y="1699250"/>
            <a:ext cx="33894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132" name="Google Shape;132;p26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 1">
  <p:cSld name="CUSTOM_4_1">
    <p:bg>
      <p:bgPr>
        <a:solidFill>
          <a:srgbClr val="946AF9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/>
          <p:nvPr/>
        </p:nvSpPr>
        <p:spPr>
          <a:xfrm>
            <a:off x="301750" y="1699325"/>
            <a:ext cx="3929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7"/>
          <p:cNvSpPr/>
          <p:nvPr/>
        </p:nvSpPr>
        <p:spPr>
          <a:xfrm>
            <a:off x="4658375" y="1699250"/>
            <a:ext cx="4166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37" name="Google Shape;137;p27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27"/>
          <p:cNvSpPr/>
          <p:nvPr/>
        </p:nvSpPr>
        <p:spPr>
          <a:xfrm>
            <a:off x="4971750" y="2096225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/>
          <p:nvPr/>
        </p:nvSpPr>
        <p:spPr>
          <a:xfrm>
            <a:off x="4971750" y="286010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7"/>
          <p:cNvSpPr/>
          <p:nvPr/>
        </p:nvSpPr>
        <p:spPr>
          <a:xfrm>
            <a:off x="4971750" y="358145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7"/>
          <p:cNvSpPr txBox="1"/>
          <p:nvPr>
            <p:ph idx="1" type="subTitle"/>
          </p:nvPr>
        </p:nvSpPr>
        <p:spPr>
          <a:xfrm>
            <a:off x="5463025" y="19589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2" type="subTitle"/>
          </p:nvPr>
        </p:nvSpPr>
        <p:spPr>
          <a:xfrm>
            <a:off x="5463025" y="26822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3" type="subTitle"/>
          </p:nvPr>
        </p:nvSpPr>
        <p:spPr>
          <a:xfrm>
            <a:off x="5463025" y="34055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27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7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7"/>
          <p:cNvSpPr/>
          <p:nvPr>
            <p:ph idx="4" type="pic"/>
          </p:nvPr>
        </p:nvSpPr>
        <p:spPr>
          <a:xfrm>
            <a:off x="724195" y="1874327"/>
            <a:ext cx="3069000" cy="229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  <p15:guide id="3" orient="horz" pos="273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 1 1">
  <p:cSld name="CUSTOM_4_1_1">
    <p:bg>
      <p:bgPr>
        <a:solidFill>
          <a:srgbClr val="946AF9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8"/>
          <p:cNvSpPr/>
          <p:nvPr/>
        </p:nvSpPr>
        <p:spPr>
          <a:xfrm>
            <a:off x="4658375" y="1699250"/>
            <a:ext cx="4166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51" name="Google Shape;151;p28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8"/>
          <p:cNvSpPr/>
          <p:nvPr/>
        </p:nvSpPr>
        <p:spPr>
          <a:xfrm>
            <a:off x="4971750" y="2096225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8"/>
          <p:cNvSpPr/>
          <p:nvPr/>
        </p:nvSpPr>
        <p:spPr>
          <a:xfrm>
            <a:off x="4971750" y="286010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4971750" y="358145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8"/>
          <p:cNvSpPr txBox="1"/>
          <p:nvPr>
            <p:ph idx="1" type="subTitle"/>
          </p:nvPr>
        </p:nvSpPr>
        <p:spPr>
          <a:xfrm>
            <a:off x="5463025" y="19589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8"/>
          <p:cNvSpPr txBox="1"/>
          <p:nvPr>
            <p:ph idx="2" type="subTitle"/>
          </p:nvPr>
        </p:nvSpPr>
        <p:spPr>
          <a:xfrm>
            <a:off x="5463025" y="26822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8"/>
          <p:cNvSpPr txBox="1"/>
          <p:nvPr>
            <p:ph idx="3" type="subTitle"/>
          </p:nvPr>
        </p:nvSpPr>
        <p:spPr>
          <a:xfrm>
            <a:off x="5463025" y="34055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28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8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/>
          <p:nvPr>
            <p:ph idx="4" type="pic"/>
          </p:nvPr>
        </p:nvSpPr>
        <p:spPr>
          <a:xfrm>
            <a:off x="301750" y="1699250"/>
            <a:ext cx="3739500" cy="263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  <p15:guide id="3" orient="horz" pos="273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 1 1 1">
  <p:cSld name="CUSTOM_4_1_1_1">
    <p:bg>
      <p:bgPr>
        <a:solidFill>
          <a:srgbClr val="946AF9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9"/>
          <p:cNvSpPr/>
          <p:nvPr/>
        </p:nvSpPr>
        <p:spPr>
          <a:xfrm>
            <a:off x="4658375" y="1699250"/>
            <a:ext cx="4166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65" name="Google Shape;165;p29"/>
          <p:cNvCxnSpPr/>
          <p:nvPr/>
        </p:nvCxnSpPr>
        <p:spPr>
          <a:xfrm>
            <a:off x="-23950" y="8904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9"/>
          <p:cNvSpPr txBox="1"/>
          <p:nvPr>
            <p:ph idx="1" type="subTitle"/>
          </p:nvPr>
        </p:nvSpPr>
        <p:spPr>
          <a:xfrm>
            <a:off x="5112250" y="2026150"/>
            <a:ext cx="33066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29"/>
          <p:cNvSpPr txBox="1"/>
          <p:nvPr>
            <p:ph type="title"/>
          </p:nvPr>
        </p:nvSpPr>
        <p:spPr>
          <a:xfrm>
            <a:off x="300525" y="15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iro"/>
              <a:buNone/>
              <a:defRPr b="1" sz="28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9"/>
          <p:cNvSpPr/>
          <p:nvPr/>
        </p:nvSpPr>
        <p:spPr>
          <a:xfrm>
            <a:off x="8255850" y="1493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2421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/>
          <p:nvPr>
            <p:ph idx="2" type="pic"/>
          </p:nvPr>
        </p:nvSpPr>
        <p:spPr>
          <a:xfrm>
            <a:off x="301750" y="1699250"/>
            <a:ext cx="3739500" cy="263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  <p15:guide id="3" orient="horz" pos="273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 1 1 1 1">
  <p:cSld name="CUSTOM_4_1_1_1_1">
    <p:bg>
      <p:bgPr>
        <a:solidFill>
          <a:srgbClr val="946AF9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3" name="Google Shape;173;p30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30"/>
          <p:cNvSpPr txBox="1"/>
          <p:nvPr>
            <p:ph idx="1" type="subTitle"/>
          </p:nvPr>
        </p:nvSpPr>
        <p:spPr>
          <a:xfrm>
            <a:off x="4658375" y="1699250"/>
            <a:ext cx="4183800" cy="2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30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0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/>
          <p:nvPr/>
        </p:nvSpPr>
        <p:spPr>
          <a:xfrm>
            <a:off x="301750" y="1699325"/>
            <a:ext cx="3929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/>
          <p:nvPr>
            <p:ph idx="2" type="pic"/>
          </p:nvPr>
        </p:nvSpPr>
        <p:spPr>
          <a:xfrm>
            <a:off x="724195" y="1874327"/>
            <a:ext cx="3069000" cy="229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  <p15:guide id="3" orient="horz" pos="273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omments">
  <p:cSld name="CUSTOM_5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2" name="Google Shape;182;p31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3" name="Google Shape;18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/>
          <p:nvPr/>
        </p:nvSpPr>
        <p:spPr>
          <a:xfrm>
            <a:off x="30480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628115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1"/>
          <p:cNvSpPr/>
          <p:nvPr>
            <p:ph idx="2" type="pic"/>
          </p:nvPr>
        </p:nvSpPr>
        <p:spPr>
          <a:xfrm>
            <a:off x="3246900" y="1758563"/>
            <a:ext cx="2650200" cy="26502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187" name="Google Shape;187;p31"/>
          <p:cNvCxnSpPr/>
          <p:nvPr/>
        </p:nvCxnSpPr>
        <p:spPr>
          <a:xfrm>
            <a:off x="2725425" y="3079600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31"/>
          <p:cNvCxnSpPr/>
          <p:nvPr/>
        </p:nvCxnSpPr>
        <p:spPr>
          <a:xfrm>
            <a:off x="5676500" y="3083675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31"/>
          <p:cNvSpPr txBox="1"/>
          <p:nvPr>
            <p:ph idx="1" type="subTitle"/>
          </p:nvPr>
        </p:nvSpPr>
        <p:spPr>
          <a:xfrm>
            <a:off x="56970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1"/>
          <p:cNvSpPr txBox="1"/>
          <p:nvPr>
            <p:ph idx="3" type="subTitle"/>
          </p:nvPr>
        </p:nvSpPr>
        <p:spPr>
          <a:xfrm>
            <a:off x="654605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1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s and text">
  <p:cSld name="CUSTOM_6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4" name="Google Shape;194;p32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5" name="Google Shape;19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2"/>
          <p:cNvSpPr/>
          <p:nvPr/>
        </p:nvSpPr>
        <p:spPr>
          <a:xfrm>
            <a:off x="3153300" y="1458775"/>
            <a:ext cx="2585100" cy="323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/>
          <p:nvPr/>
        </p:nvSpPr>
        <p:spPr>
          <a:xfrm>
            <a:off x="304800" y="1458775"/>
            <a:ext cx="2585100" cy="323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2"/>
          <p:cNvSpPr/>
          <p:nvPr>
            <p:ph idx="2" type="pic"/>
          </p:nvPr>
        </p:nvSpPr>
        <p:spPr>
          <a:xfrm>
            <a:off x="743700" y="2031475"/>
            <a:ext cx="1707300" cy="17181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32"/>
          <p:cNvSpPr/>
          <p:nvPr>
            <p:ph idx="3" type="pic"/>
          </p:nvPr>
        </p:nvSpPr>
        <p:spPr>
          <a:xfrm>
            <a:off x="3642150" y="2031475"/>
            <a:ext cx="1707300" cy="17181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2"/>
          <p:cNvSpPr txBox="1"/>
          <p:nvPr>
            <p:ph idx="1" type="subTitle"/>
          </p:nvPr>
        </p:nvSpPr>
        <p:spPr>
          <a:xfrm>
            <a:off x="6045000" y="1458775"/>
            <a:ext cx="2797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01" name="Google Shape;201;p32"/>
          <p:cNvSpPr txBox="1"/>
          <p:nvPr>
            <p:ph idx="4" type="subTitle"/>
          </p:nvPr>
        </p:nvSpPr>
        <p:spPr>
          <a:xfrm>
            <a:off x="3153300" y="38207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Cairo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2"/>
          <p:cNvSpPr txBox="1"/>
          <p:nvPr>
            <p:ph idx="5" type="subTitle"/>
          </p:nvPr>
        </p:nvSpPr>
        <p:spPr>
          <a:xfrm>
            <a:off x="304800" y="38207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Cairo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2"/>
          <p:cNvSpPr txBox="1"/>
          <p:nvPr>
            <p:ph idx="6" type="subTitle"/>
          </p:nvPr>
        </p:nvSpPr>
        <p:spPr>
          <a:xfrm>
            <a:off x="304800" y="1491900"/>
            <a:ext cx="2585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Cairo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2"/>
          <p:cNvSpPr txBox="1"/>
          <p:nvPr>
            <p:ph idx="7" type="subTitle"/>
          </p:nvPr>
        </p:nvSpPr>
        <p:spPr>
          <a:xfrm>
            <a:off x="3174900" y="1491900"/>
            <a:ext cx="2585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Cairo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2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08">
          <p15:clr>
            <a:srgbClr val="FA7B17"/>
          </p15:clr>
        </p15:guide>
        <p15:guide id="2" orient="horz" pos="919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CUSTOM_7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3"/>
          <p:cNvSpPr txBox="1"/>
          <p:nvPr/>
        </p:nvSpPr>
        <p:spPr>
          <a:xfrm>
            <a:off x="1482750" y="2012400"/>
            <a:ext cx="6178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Medplum</a:t>
            </a:r>
            <a:endParaRPr b="1" sz="100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26950" y="596976"/>
            <a:ext cx="1290100" cy="141542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3"/>
          <p:cNvSpPr txBox="1"/>
          <p:nvPr>
            <p:ph idx="1" type="subTitle"/>
          </p:nvPr>
        </p:nvSpPr>
        <p:spPr>
          <a:xfrm>
            <a:off x="1664075" y="3890025"/>
            <a:ext cx="59322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CUSTOM_8">
    <p:bg>
      <p:bgPr>
        <a:solidFill>
          <a:srgbClr val="946AF9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/>
          <p:nvPr/>
        </p:nvSpPr>
        <p:spPr>
          <a:xfrm>
            <a:off x="810000" y="1536150"/>
            <a:ext cx="2071200" cy="2071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4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4" name="Google Shape;21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0513" y="1864001"/>
            <a:ext cx="1290100" cy="141542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4"/>
          <p:cNvSpPr txBox="1"/>
          <p:nvPr/>
        </p:nvSpPr>
        <p:spPr>
          <a:xfrm>
            <a:off x="2663750" y="1709850"/>
            <a:ext cx="6178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Medplum</a:t>
            </a:r>
            <a:endParaRPr b="1" sz="10000">
              <a:solidFill>
                <a:schemeClr val="lt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16" name="Google Shape;216;p34"/>
          <p:cNvSpPr txBox="1"/>
          <p:nvPr>
            <p:ph idx="1" type="subTitle"/>
          </p:nvPr>
        </p:nvSpPr>
        <p:spPr>
          <a:xfrm>
            <a:off x="3202700" y="3433650"/>
            <a:ext cx="5639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iro"/>
              <a:buNone/>
              <a:defRPr sz="18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CUSTOM_9">
    <p:bg>
      <p:bgPr>
        <a:solidFill>
          <a:srgbClr val="946AF9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5"/>
          <p:cNvSpPr/>
          <p:nvPr/>
        </p:nvSpPr>
        <p:spPr>
          <a:xfrm>
            <a:off x="3122850" y="25"/>
            <a:ext cx="6021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5"/>
          <p:cNvSpPr/>
          <p:nvPr/>
        </p:nvSpPr>
        <p:spPr>
          <a:xfrm>
            <a:off x="637100" y="1536150"/>
            <a:ext cx="2071200" cy="2071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7613" y="1864001"/>
            <a:ext cx="1290100" cy="141542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/>
          <p:nvPr/>
        </p:nvSpPr>
        <p:spPr>
          <a:xfrm>
            <a:off x="2965500" y="1709850"/>
            <a:ext cx="6178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Medplum</a:t>
            </a:r>
            <a:endParaRPr b="1" sz="100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23" name="Google Shape;223;p35"/>
          <p:cNvSpPr txBox="1"/>
          <p:nvPr>
            <p:ph idx="1" type="subTitle"/>
          </p:nvPr>
        </p:nvSpPr>
        <p:spPr>
          <a:xfrm>
            <a:off x="3536875" y="3557225"/>
            <a:ext cx="5337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iro"/>
              <a:buNone/>
              <a:defRPr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241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CUSTOM_10">
    <p:bg>
      <p:bgPr>
        <a:solidFill>
          <a:srgbClr val="946AF9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36"/>
          <p:cNvSpPr/>
          <p:nvPr/>
        </p:nvSpPr>
        <p:spPr>
          <a:xfrm>
            <a:off x="810000" y="1536150"/>
            <a:ext cx="2071200" cy="2071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6"/>
          <p:cNvSpPr txBox="1"/>
          <p:nvPr>
            <p:ph type="title"/>
          </p:nvPr>
        </p:nvSpPr>
        <p:spPr>
          <a:xfrm>
            <a:off x="810000" y="1536150"/>
            <a:ext cx="2071200" cy="20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0000"/>
              <a:buFont typeface="Cairo"/>
              <a:buNone/>
              <a:defRPr b="1" sz="100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6"/>
          <p:cNvSpPr txBox="1"/>
          <p:nvPr>
            <p:ph idx="2" type="title"/>
          </p:nvPr>
        </p:nvSpPr>
        <p:spPr>
          <a:xfrm>
            <a:off x="3199750" y="2045850"/>
            <a:ext cx="4613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29" name="Google Shape;229;p36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 1">
  <p:cSld name="CUSTOM_10_2">
    <p:bg>
      <p:bgPr>
        <a:solidFill>
          <a:srgbClr val="946AF9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7"/>
          <p:cNvSpPr/>
          <p:nvPr/>
        </p:nvSpPr>
        <p:spPr>
          <a:xfrm>
            <a:off x="810000" y="1536150"/>
            <a:ext cx="2071200" cy="2071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7"/>
          <p:cNvSpPr txBox="1"/>
          <p:nvPr>
            <p:ph type="title"/>
          </p:nvPr>
        </p:nvSpPr>
        <p:spPr>
          <a:xfrm>
            <a:off x="3199750" y="2045850"/>
            <a:ext cx="4613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35" name="Google Shape;235;p37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7"/>
          <p:cNvSpPr/>
          <p:nvPr>
            <p:ph idx="2" type="pic"/>
          </p:nvPr>
        </p:nvSpPr>
        <p:spPr>
          <a:xfrm>
            <a:off x="983400" y="1709550"/>
            <a:ext cx="1724400" cy="17244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 1 1">
  <p:cSld name="CUSTOM_10_2_1">
    <p:bg>
      <p:bgPr>
        <a:solidFill>
          <a:srgbClr val="F4F0FE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38"/>
          <p:cNvSpPr/>
          <p:nvPr/>
        </p:nvSpPr>
        <p:spPr>
          <a:xfrm>
            <a:off x="810000" y="1536150"/>
            <a:ext cx="2071200" cy="2071200"/>
          </a:xfrm>
          <a:prstGeom prst="ellipse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8"/>
          <p:cNvSpPr txBox="1"/>
          <p:nvPr>
            <p:ph type="title"/>
          </p:nvPr>
        </p:nvSpPr>
        <p:spPr>
          <a:xfrm>
            <a:off x="3199750" y="2045850"/>
            <a:ext cx="4613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42" name="Google Shape;242;p38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8"/>
          <p:cNvSpPr/>
          <p:nvPr>
            <p:ph idx="2" type="pic"/>
          </p:nvPr>
        </p:nvSpPr>
        <p:spPr>
          <a:xfrm>
            <a:off x="983400" y="1709550"/>
            <a:ext cx="1724400" cy="17244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fill left">
  <p:cSld name="CUSTOM_10_1">
    <p:bg>
      <p:bgPr>
        <a:solidFill>
          <a:srgbClr val="F4F0FE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3996525" y="2045850"/>
            <a:ext cx="4570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48" name="Google Shape;248;p39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9"/>
          <p:cNvSpPr/>
          <p:nvPr/>
        </p:nvSpPr>
        <p:spPr>
          <a:xfrm>
            <a:off x="810000" y="843500"/>
            <a:ext cx="2588400" cy="335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9"/>
          <p:cNvSpPr/>
          <p:nvPr>
            <p:ph idx="2" type="pic"/>
          </p:nvPr>
        </p:nvSpPr>
        <p:spPr>
          <a:xfrm>
            <a:off x="1010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">
  <p:cSld name="CUSTOM_10_1_1">
    <p:bg>
      <p:bgPr>
        <a:solidFill>
          <a:srgbClr val="946AF9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40"/>
          <p:cNvSpPr txBox="1"/>
          <p:nvPr>
            <p:ph type="title"/>
          </p:nvPr>
        </p:nvSpPr>
        <p:spPr>
          <a:xfrm>
            <a:off x="3996525" y="2045850"/>
            <a:ext cx="4570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55" name="Google Shape;255;p40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0"/>
          <p:cNvSpPr/>
          <p:nvPr/>
        </p:nvSpPr>
        <p:spPr>
          <a:xfrm>
            <a:off x="810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0"/>
          <p:cNvSpPr/>
          <p:nvPr>
            <p:ph idx="2" type="pic"/>
          </p:nvPr>
        </p:nvSpPr>
        <p:spPr>
          <a:xfrm>
            <a:off x="1010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2">
  <p:cSld name="CUSTOM_10_1_1_2">
    <p:bg>
      <p:bgPr>
        <a:solidFill>
          <a:srgbClr val="F4F0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41"/>
          <p:cNvSpPr txBox="1"/>
          <p:nvPr>
            <p:ph type="title"/>
          </p:nvPr>
        </p:nvSpPr>
        <p:spPr>
          <a:xfrm>
            <a:off x="3996525" y="2045850"/>
            <a:ext cx="4570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62" name="Google Shape;262;p41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1"/>
          <p:cNvSpPr/>
          <p:nvPr/>
        </p:nvSpPr>
        <p:spPr>
          <a:xfrm>
            <a:off x="810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1"/>
          <p:cNvSpPr/>
          <p:nvPr>
            <p:ph idx="2" type="pic"/>
          </p:nvPr>
        </p:nvSpPr>
        <p:spPr>
          <a:xfrm>
            <a:off x="1010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1">
  <p:cSld name="CUSTOM_10_1_1_1">
    <p:bg>
      <p:bgPr>
        <a:solidFill>
          <a:srgbClr val="946AF9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42"/>
          <p:cNvSpPr txBox="1"/>
          <p:nvPr>
            <p:ph type="title"/>
          </p:nvPr>
        </p:nvSpPr>
        <p:spPr>
          <a:xfrm>
            <a:off x="810000" y="2045850"/>
            <a:ext cx="41796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269" name="Google Shape;269;p42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2"/>
          <p:cNvSpPr/>
          <p:nvPr/>
        </p:nvSpPr>
        <p:spPr>
          <a:xfrm>
            <a:off x="5544725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2"/>
          <p:cNvSpPr/>
          <p:nvPr>
            <p:ph idx="2" type="pic"/>
          </p:nvPr>
        </p:nvSpPr>
        <p:spPr>
          <a:xfrm>
            <a:off x="5745275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1 1">
  <p:cSld name="CUSTOM_10_1_1_1_1">
    <p:bg>
      <p:bgPr>
        <a:solidFill>
          <a:srgbClr val="946AF9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43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43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43"/>
          <p:cNvSpPr/>
          <p:nvPr/>
        </p:nvSpPr>
        <p:spPr>
          <a:xfrm>
            <a:off x="30480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3"/>
          <p:cNvSpPr/>
          <p:nvPr/>
        </p:nvSpPr>
        <p:spPr>
          <a:xfrm>
            <a:off x="628115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3"/>
          <p:cNvSpPr/>
          <p:nvPr>
            <p:ph idx="2" type="pic"/>
          </p:nvPr>
        </p:nvSpPr>
        <p:spPr>
          <a:xfrm>
            <a:off x="3246900" y="1758563"/>
            <a:ext cx="2650200" cy="26502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281" name="Google Shape;281;p43"/>
          <p:cNvCxnSpPr/>
          <p:nvPr/>
        </p:nvCxnSpPr>
        <p:spPr>
          <a:xfrm>
            <a:off x="2725425" y="3079600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43"/>
          <p:cNvCxnSpPr/>
          <p:nvPr/>
        </p:nvCxnSpPr>
        <p:spPr>
          <a:xfrm>
            <a:off x="5676500" y="3083675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43"/>
          <p:cNvSpPr txBox="1"/>
          <p:nvPr>
            <p:ph idx="1" type="subTitle"/>
          </p:nvPr>
        </p:nvSpPr>
        <p:spPr>
          <a:xfrm>
            <a:off x="56970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43"/>
          <p:cNvSpPr txBox="1"/>
          <p:nvPr>
            <p:ph idx="3" type="subTitle"/>
          </p:nvPr>
        </p:nvSpPr>
        <p:spPr>
          <a:xfrm>
            <a:off x="654605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3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1 1 1">
  <p:cSld name="CUSTOM_10_1_1_1_1_1">
    <p:bg>
      <p:bgPr>
        <a:solidFill>
          <a:srgbClr val="F4F0FE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4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" name="Google Shape;290;p44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44"/>
          <p:cNvSpPr/>
          <p:nvPr/>
        </p:nvSpPr>
        <p:spPr>
          <a:xfrm>
            <a:off x="30480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>
              <a:alpha val="84280"/>
            </a:srgbClr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4"/>
          <p:cNvSpPr/>
          <p:nvPr/>
        </p:nvSpPr>
        <p:spPr>
          <a:xfrm>
            <a:off x="628115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>
              <a:alpha val="84280"/>
            </a:srgbClr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4"/>
          <p:cNvSpPr/>
          <p:nvPr>
            <p:ph idx="2" type="pic"/>
          </p:nvPr>
        </p:nvSpPr>
        <p:spPr>
          <a:xfrm>
            <a:off x="3246900" y="1758563"/>
            <a:ext cx="2650200" cy="26502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294" name="Google Shape;294;p44"/>
          <p:cNvCxnSpPr/>
          <p:nvPr/>
        </p:nvCxnSpPr>
        <p:spPr>
          <a:xfrm>
            <a:off x="2725425" y="3079600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44"/>
          <p:cNvCxnSpPr/>
          <p:nvPr/>
        </p:nvCxnSpPr>
        <p:spPr>
          <a:xfrm>
            <a:off x="5676500" y="3083675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44"/>
          <p:cNvSpPr txBox="1"/>
          <p:nvPr>
            <p:ph idx="1" type="subTitle"/>
          </p:nvPr>
        </p:nvSpPr>
        <p:spPr>
          <a:xfrm>
            <a:off x="56970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4"/>
          <p:cNvSpPr txBox="1"/>
          <p:nvPr>
            <p:ph idx="3" type="subTitle"/>
          </p:nvPr>
        </p:nvSpPr>
        <p:spPr>
          <a:xfrm>
            <a:off x="654605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44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1 1 1 1">
  <p:cSld name="CUSTOM_10_1_1_1_1_1_1">
    <p:bg>
      <p:bgPr>
        <a:solidFill>
          <a:srgbClr val="946AF9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45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45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45"/>
          <p:cNvSpPr/>
          <p:nvPr/>
        </p:nvSpPr>
        <p:spPr>
          <a:xfrm>
            <a:off x="304800" y="1923400"/>
            <a:ext cx="2561100" cy="2312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5"/>
          <p:cNvSpPr/>
          <p:nvPr/>
        </p:nvSpPr>
        <p:spPr>
          <a:xfrm>
            <a:off x="6281150" y="1923400"/>
            <a:ext cx="2561100" cy="2312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5"/>
          <p:cNvSpPr/>
          <p:nvPr>
            <p:ph idx="2" type="pic"/>
          </p:nvPr>
        </p:nvSpPr>
        <p:spPr>
          <a:xfrm>
            <a:off x="3246900" y="1758563"/>
            <a:ext cx="2650200" cy="26502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307" name="Google Shape;307;p45"/>
          <p:cNvCxnSpPr/>
          <p:nvPr/>
        </p:nvCxnSpPr>
        <p:spPr>
          <a:xfrm>
            <a:off x="2725425" y="3079600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45"/>
          <p:cNvCxnSpPr/>
          <p:nvPr/>
        </p:nvCxnSpPr>
        <p:spPr>
          <a:xfrm>
            <a:off x="5676500" y="3083675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45"/>
          <p:cNvSpPr txBox="1"/>
          <p:nvPr>
            <p:ph idx="1" type="subTitle"/>
          </p:nvPr>
        </p:nvSpPr>
        <p:spPr>
          <a:xfrm>
            <a:off x="56970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45"/>
          <p:cNvSpPr txBox="1"/>
          <p:nvPr>
            <p:ph idx="3" type="subTitle"/>
          </p:nvPr>
        </p:nvSpPr>
        <p:spPr>
          <a:xfrm>
            <a:off x="654605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5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1 1 1 1 1">
  <p:cSld name="CUSTOM_10_1_1_1_1_1_1_1">
    <p:bg>
      <p:bgPr>
        <a:solidFill>
          <a:srgbClr val="946AF9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4" name="Google Shape;314;p46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46"/>
          <p:cNvSpPr/>
          <p:nvPr/>
        </p:nvSpPr>
        <p:spPr>
          <a:xfrm>
            <a:off x="3153300" y="1458775"/>
            <a:ext cx="2585100" cy="323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6"/>
          <p:cNvSpPr/>
          <p:nvPr/>
        </p:nvSpPr>
        <p:spPr>
          <a:xfrm>
            <a:off x="304800" y="1458775"/>
            <a:ext cx="2585100" cy="323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6"/>
          <p:cNvSpPr/>
          <p:nvPr>
            <p:ph idx="2" type="pic"/>
          </p:nvPr>
        </p:nvSpPr>
        <p:spPr>
          <a:xfrm>
            <a:off x="743700" y="2031475"/>
            <a:ext cx="1707300" cy="1718100"/>
          </a:xfrm>
          <a:prstGeom prst="rect">
            <a:avLst/>
          </a:prstGeom>
          <a:noFill/>
          <a:ln>
            <a:noFill/>
          </a:ln>
        </p:spPr>
      </p:sp>
      <p:sp>
        <p:nvSpPr>
          <p:cNvPr id="318" name="Google Shape;318;p46"/>
          <p:cNvSpPr/>
          <p:nvPr>
            <p:ph idx="3" type="pic"/>
          </p:nvPr>
        </p:nvSpPr>
        <p:spPr>
          <a:xfrm>
            <a:off x="3642150" y="2031475"/>
            <a:ext cx="1707300" cy="17181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6"/>
          <p:cNvSpPr txBox="1"/>
          <p:nvPr>
            <p:ph idx="1" type="subTitle"/>
          </p:nvPr>
        </p:nvSpPr>
        <p:spPr>
          <a:xfrm>
            <a:off x="6045000" y="1458775"/>
            <a:ext cx="2797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4" type="subTitle"/>
          </p:nvPr>
        </p:nvSpPr>
        <p:spPr>
          <a:xfrm>
            <a:off x="3153300" y="38207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iro"/>
              <a:buNone/>
              <a:defRPr sz="16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46"/>
          <p:cNvSpPr txBox="1"/>
          <p:nvPr>
            <p:ph idx="5" type="subTitle"/>
          </p:nvPr>
        </p:nvSpPr>
        <p:spPr>
          <a:xfrm>
            <a:off x="304800" y="38207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iro"/>
              <a:buNone/>
              <a:defRPr sz="16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46"/>
          <p:cNvSpPr txBox="1"/>
          <p:nvPr>
            <p:ph idx="6" type="subTitle"/>
          </p:nvPr>
        </p:nvSpPr>
        <p:spPr>
          <a:xfrm>
            <a:off x="304800" y="1491900"/>
            <a:ext cx="2585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iro"/>
              <a:buNone/>
              <a:defRPr sz="16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46"/>
          <p:cNvSpPr txBox="1"/>
          <p:nvPr>
            <p:ph idx="7" type="subTitle"/>
          </p:nvPr>
        </p:nvSpPr>
        <p:spPr>
          <a:xfrm>
            <a:off x="3174900" y="1491900"/>
            <a:ext cx="2585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iro"/>
              <a:buNone/>
              <a:defRPr sz="16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6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6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6" name="Google Shape;32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 2">
  <p:cSld name="CUSTOM_1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/>
          <p:nvPr/>
        </p:nvSpPr>
        <p:spPr>
          <a:xfrm>
            <a:off x="2535150" y="-78100"/>
            <a:ext cx="6671700" cy="5268600"/>
          </a:xfrm>
          <a:prstGeom prst="rect">
            <a:avLst/>
          </a:prstGeom>
          <a:solidFill>
            <a:srgbClr val="946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7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" name="Google Shape;330;p47"/>
          <p:cNvSpPr txBox="1"/>
          <p:nvPr>
            <p:ph type="title"/>
          </p:nvPr>
        </p:nvSpPr>
        <p:spPr>
          <a:xfrm>
            <a:off x="301750" y="1536150"/>
            <a:ext cx="1963800" cy="20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0000"/>
              <a:buFont typeface="Cairo"/>
              <a:buNone/>
              <a:defRPr b="1" sz="100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7"/>
          <p:cNvSpPr txBox="1"/>
          <p:nvPr>
            <p:ph idx="2" type="title"/>
          </p:nvPr>
        </p:nvSpPr>
        <p:spPr>
          <a:xfrm>
            <a:off x="3199750" y="2045850"/>
            <a:ext cx="4613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1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8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4" name="Google Shape;334;p48"/>
          <p:cNvCxnSpPr/>
          <p:nvPr/>
        </p:nvCxnSpPr>
        <p:spPr>
          <a:xfrm>
            <a:off x="2419575" y="-11550"/>
            <a:ext cx="0" cy="516270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5" name="Google Shape;335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3749" y="301746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8"/>
          <p:cNvSpPr txBox="1"/>
          <p:nvPr>
            <p:ph type="title"/>
          </p:nvPr>
        </p:nvSpPr>
        <p:spPr>
          <a:xfrm>
            <a:off x="2718200" y="1979400"/>
            <a:ext cx="5095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37" name="Google Shape;337;p48"/>
          <p:cNvSpPr txBox="1"/>
          <p:nvPr>
            <p:ph idx="2" type="title"/>
          </p:nvPr>
        </p:nvSpPr>
        <p:spPr>
          <a:xfrm>
            <a:off x="301750" y="1979400"/>
            <a:ext cx="1819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 1">
  <p:cSld name="CUSTOM_12_1">
    <p:bg>
      <p:bgPr>
        <a:solidFill>
          <a:srgbClr val="946AF9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0" name="Google Shape;340;p49"/>
          <p:cNvCxnSpPr/>
          <p:nvPr/>
        </p:nvCxnSpPr>
        <p:spPr>
          <a:xfrm>
            <a:off x="3395200" y="-11550"/>
            <a:ext cx="0" cy="5162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49"/>
          <p:cNvSpPr txBox="1"/>
          <p:nvPr>
            <p:ph type="title"/>
          </p:nvPr>
        </p:nvSpPr>
        <p:spPr>
          <a:xfrm>
            <a:off x="3617625" y="1979400"/>
            <a:ext cx="5095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grpSp>
        <p:nvGrpSpPr>
          <p:cNvPr id="342" name="Google Shape;342;p49"/>
          <p:cNvGrpSpPr/>
          <p:nvPr/>
        </p:nvGrpSpPr>
        <p:grpSpPr>
          <a:xfrm>
            <a:off x="8255850" y="301750"/>
            <a:ext cx="586200" cy="586200"/>
            <a:chOff x="8255850" y="301750"/>
            <a:chExt cx="586200" cy="586200"/>
          </a:xfrm>
        </p:grpSpPr>
        <p:sp>
          <p:nvSpPr>
            <p:cNvPr id="343" name="Google Shape;343;p49"/>
            <p:cNvSpPr/>
            <p:nvPr/>
          </p:nvSpPr>
          <p:spPr>
            <a:xfrm>
              <a:off x="8255850" y="301750"/>
              <a:ext cx="586200" cy="58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4" name="Google Shape;344;p4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66419" y="394577"/>
              <a:ext cx="365276" cy="4007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5" name="Google Shape;345;p49"/>
          <p:cNvSpPr/>
          <p:nvPr/>
        </p:nvSpPr>
        <p:spPr>
          <a:xfrm>
            <a:off x="429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9"/>
          <p:cNvSpPr/>
          <p:nvPr>
            <p:ph idx="2" type="pic"/>
          </p:nvPr>
        </p:nvSpPr>
        <p:spPr>
          <a:xfrm>
            <a:off x="629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 1 1">
  <p:cSld name="CUSTOM_12_1_1"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9" name="Google Shape;349;p50"/>
          <p:cNvCxnSpPr/>
          <p:nvPr/>
        </p:nvCxnSpPr>
        <p:spPr>
          <a:xfrm>
            <a:off x="3395200" y="-11550"/>
            <a:ext cx="0" cy="516270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50"/>
          <p:cNvSpPr txBox="1"/>
          <p:nvPr>
            <p:ph type="title"/>
          </p:nvPr>
        </p:nvSpPr>
        <p:spPr>
          <a:xfrm>
            <a:off x="3617625" y="1979400"/>
            <a:ext cx="5095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grpSp>
        <p:nvGrpSpPr>
          <p:cNvPr id="351" name="Google Shape;351;p50"/>
          <p:cNvGrpSpPr/>
          <p:nvPr/>
        </p:nvGrpSpPr>
        <p:grpSpPr>
          <a:xfrm>
            <a:off x="8255850" y="301750"/>
            <a:ext cx="586200" cy="586200"/>
            <a:chOff x="8255850" y="301750"/>
            <a:chExt cx="586200" cy="586200"/>
          </a:xfrm>
        </p:grpSpPr>
        <p:sp>
          <p:nvSpPr>
            <p:cNvPr id="352" name="Google Shape;352;p50"/>
            <p:cNvSpPr/>
            <p:nvPr/>
          </p:nvSpPr>
          <p:spPr>
            <a:xfrm>
              <a:off x="8255850" y="301750"/>
              <a:ext cx="586200" cy="58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3" name="Google Shape;353;p5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66419" y="394577"/>
              <a:ext cx="365276" cy="4007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4" name="Google Shape;354;p50"/>
          <p:cNvSpPr/>
          <p:nvPr/>
        </p:nvSpPr>
        <p:spPr>
          <a:xfrm>
            <a:off x="429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0"/>
          <p:cNvSpPr/>
          <p:nvPr>
            <p:ph idx="2" type="pic"/>
          </p:nvPr>
        </p:nvSpPr>
        <p:spPr>
          <a:xfrm>
            <a:off x="629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 1 1 1">
  <p:cSld name="CUSTOM_12_1_1_1">
    <p:bg>
      <p:bgPr>
        <a:solidFill>
          <a:srgbClr val="F4F0FE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8" name="Google Shape;358;p51"/>
          <p:cNvCxnSpPr/>
          <p:nvPr/>
        </p:nvCxnSpPr>
        <p:spPr>
          <a:xfrm>
            <a:off x="3395200" y="-11550"/>
            <a:ext cx="0" cy="516270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51"/>
          <p:cNvSpPr txBox="1"/>
          <p:nvPr>
            <p:ph type="title"/>
          </p:nvPr>
        </p:nvSpPr>
        <p:spPr>
          <a:xfrm>
            <a:off x="3617625" y="1979400"/>
            <a:ext cx="5095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grpSp>
        <p:nvGrpSpPr>
          <p:cNvPr id="360" name="Google Shape;360;p51"/>
          <p:cNvGrpSpPr/>
          <p:nvPr/>
        </p:nvGrpSpPr>
        <p:grpSpPr>
          <a:xfrm>
            <a:off x="8255850" y="301750"/>
            <a:ext cx="586200" cy="586200"/>
            <a:chOff x="8255850" y="301750"/>
            <a:chExt cx="586200" cy="586200"/>
          </a:xfrm>
        </p:grpSpPr>
        <p:sp>
          <p:nvSpPr>
            <p:cNvPr id="361" name="Google Shape;361;p51"/>
            <p:cNvSpPr/>
            <p:nvPr/>
          </p:nvSpPr>
          <p:spPr>
            <a:xfrm>
              <a:off x="8255850" y="301750"/>
              <a:ext cx="586200" cy="58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2" name="Google Shape;362;p5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66419" y="394577"/>
              <a:ext cx="365276" cy="4007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3" name="Google Shape;363;p51"/>
          <p:cNvSpPr/>
          <p:nvPr/>
        </p:nvSpPr>
        <p:spPr>
          <a:xfrm>
            <a:off x="429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1"/>
          <p:cNvSpPr/>
          <p:nvPr>
            <p:ph idx="2" type="pic"/>
          </p:nvPr>
        </p:nvSpPr>
        <p:spPr>
          <a:xfrm>
            <a:off x="629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 1 1 1 1">
  <p:cSld name="CUSTOM_12_1_1_1_1">
    <p:bg>
      <p:bgPr>
        <a:solidFill>
          <a:schemeClr val="lt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7" name="Google Shape;367;p52"/>
          <p:cNvCxnSpPr/>
          <p:nvPr/>
        </p:nvCxnSpPr>
        <p:spPr>
          <a:xfrm>
            <a:off x="3395200" y="-11550"/>
            <a:ext cx="0" cy="5162700"/>
          </a:xfrm>
          <a:prstGeom prst="straightConnector1">
            <a:avLst/>
          </a:prstGeom>
          <a:noFill/>
          <a:ln cap="flat" cmpd="sng" w="19050">
            <a:solidFill>
              <a:srgbClr val="F4F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52"/>
          <p:cNvSpPr txBox="1"/>
          <p:nvPr>
            <p:ph type="title"/>
          </p:nvPr>
        </p:nvSpPr>
        <p:spPr>
          <a:xfrm>
            <a:off x="3617625" y="1979400"/>
            <a:ext cx="5095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grpSp>
        <p:nvGrpSpPr>
          <p:cNvPr id="369" name="Google Shape;369;p52"/>
          <p:cNvGrpSpPr/>
          <p:nvPr/>
        </p:nvGrpSpPr>
        <p:grpSpPr>
          <a:xfrm>
            <a:off x="8255850" y="301750"/>
            <a:ext cx="586200" cy="586200"/>
            <a:chOff x="8255850" y="301750"/>
            <a:chExt cx="586200" cy="586200"/>
          </a:xfrm>
        </p:grpSpPr>
        <p:sp>
          <p:nvSpPr>
            <p:cNvPr id="370" name="Google Shape;370;p52"/>
            <p:cNvSpPr/>
            <p:nvPr/>
          </p:nvSpPr>
          <p:spPr>
            <a:xfrm>
              <a:off x="8255850" y="301750"/>
              <a:ext cx="586200" cy="58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1" name="Google Shape;371;p5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66419" y="394577"/>
              <a:ext cx="365276" cy="4007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2" name="Google Shape;372;p52"/>
          <p:cNvSpPr/>
          <p:nvPr/>
        </p:nvSpPr>
        <p:spPr>
          <a:xfrm>
            <a:off x="429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4F0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2"/>
          <p:cNvSpPr/>
          <p:nvPr>
            <p:ph idx="2" type="pic"/>
          </p:nvPr>
        </p:nvSpPr>
        <p:spPr>
          <a:xfrm>
            <a:off x="629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nders">
  <p:cSld name="CUSTOM_13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3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6" name="Google Shape;376;p53"/>
          <p:cNvSpPr/>
          <p:nvPr>
            <p:ph idx="2" type="pic"/>
          </p:nvPr>
        </p:nvSpPr>
        <p:spPr>
          <a:xfrm>
            <a:off x="9698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7" name="Google Shape;377;p53"/>
          <p:cNvSpPr/>
          <p:nvPr>
            <p:ph idx="3" type="pic"/>
          </p:nvPr>
        </p:nvSpPr>
        <p:spPr>
          <a:xfrm>
            <a:off x="36631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53"/>
          <p:cNvSpPr/>
          <p:nvPr>
            <p:ph idx="4" type="pic"/>
          </p:nvPr>
        </p:nvSpPr>
        <p:spPr>
          <a:xfrm>
            <a:off x="63564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379" name="Google Shape;379;p53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80" name="Google Shape;380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3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53"/>
          <p:cNvSpPr txBox="1"/>
          <p:nvPr>
            <p:ph idx="1" type="subTitle"/>
          </p:nvPr>
        </p:nvSpPr>
        <p:spPr>
          <a:xfrm>
            <a:off x="5861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383" name="Google Shape;383;p53"/>
          <p:cNvSpPr txBox="1"/>
          <p:nvPr>
            <p:ph idx="5" type="subTitle"/>
          </p:nvPr>
        </p:nvSpPr>
        <p:spPr>
          <a:xfrm>
            <a:off x="32794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384" name="Google Shape;384;p53"/>
          <p:cNvSpPr txBox="1"/>
          <p:nvPr>
            <p:ph idx="6" type="subTitle"/>
          </p:nvPr>
        </p:nvSpPr>
        <p:spPr>
          <a:xfrm>
            <a:off x="59727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385" name="Google Shape;385;p53"/>
          <p:cNvSpPr txBox="1"/>
          <p:nvPr>
            <p:ph idx="7" type="subTitle"/>
          </p:nvPr>
        </p:nvSpPr>
        <p:spPr>
          <a:xfrm>
            <a:off x="5949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86" name="Google Shape;386;p53"/>
          <p:cNvSpPr txBox="1"/>
          <p:nvPr>
            <p:ph idx="8" type="subTitle"/>
          </p:nvPr>
        </p:nvSpPr>
        <p:spPr>
          <a:xfrm>
            <a:off x="32882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87" name="Google Shape;387;p53"/>
          <p:cNvSpPr txBox="1"/>
          <p:nvPr>
            <p:ph idx="9" type="subTitle"/>
          </p:nvPr>
        </p:nvSpPr>
        <p:spPr>
          <a:xfrm>
            <a:off x="59815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388" name="Google Shape;388;p53"/>
          <p:cNvSpPr/>
          <p:nvPr/>
        </p:nvSpPr>
        <p:spPr>
          <a:xfrm>
            <a:off x="969750" y="1532125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3"/>
          <p:cNvSpPr/>
          <p:nvPr/>
        </p:nvSpPr>
        <p:spPr>
          <a:xfrm>
            <a:off x="3663100" y="1544400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53"/>
          <p:cNvSpPr/>
          <p:nvPr/>
        </p:nvSpPr>
        <p:spPr>
          <a:xfrm>
            <a:off x="6356450" y="1544400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2">
  <p:cSld name="CUSTOM_14">
    <p:bg>
      <p:bgPr>
        <a:solidFill>
          <a:srgbClr val="F4F0FE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4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54"/>
          <p:cNvSpPr/>
          <p:nvPr>
            <p:ph idx="2" type="pic"/>
          </p:nvPr>
        </p:nvSpPr>
        <p:spPr>
          <a:xfrm>
            <a:off x="9698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4" name="Google Shape;394;p54"/>
          <p:cNvSpPr/>
          <p:nvPr>
            <p:ph idx="3" type="pic"/>
          </p:nvPr>
        </p:nvSpPr>
        <p:spPr>
          <a:xfrm>
            <a:off x="36631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5" name="Google Shape;395;p54"/>
          <p:cNvSpPr/>
          <p:nvPr>
            <p:ph idx="4" type="pic"/>
          </p:nvPr>
        </p:nvSpPr>
        <p:spPr>
          <a:xfrm>
            <a:off x="63564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396" name="Google Shape;396;p54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7" name="Google Shape;39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4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4"/>
          <p:cNvSpPr txBox="1"/>
          <p:nvPr>
            <p:ph idx="1" type="subTitle"/>
          </p:nvPr>
        </p:nvSpPr>
        <p:spPr>
          <a:xfrm>
            <a:off x="5861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400" name="Google Shape;400;p54"/>
          <p:cNvSpPr txBox="1"/>
          <p:nvPr>
            <p:ph idx="5" type="subTitle"/>
          </p:nvPr>
        </p:nvSpPr>
        <p:spPr>
          <a:xfrm>
            <a:off x="32794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401" name="Google Shape;401;p54"/>
          <p:cNvSpPr txBox="1"/>
          <p:nvPr>
            <p:ph idx="6" type="subTitle"/>
          </p:nvPr>
        </p:nvSpPr>
        <p:spPr>
          <a:xfrm>
            <a:off x="59727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402" name="Google Shape;402;p54"/>
          <p:cNvSpPr txBox="1"/>
          <p:nvPr>
            <p:ph idx="7" type="subTitle"/>
          </p:nvPr>
        </p:nvSpPr>
        <p:spPr>
          <a:xfrm>
            <a:off x="5949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03" name="Google Shape;403;p54"/>
          <p:cNvSpPr txBox="1"/>
          <p:nvPr>
            <p:ph idx="8" type="subTitle"/>
          </p:nvPr>
        </p:nvSpPr>
        <p:spPr>
          <a:xfrm>
            <a:off x="32882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04" name="Google Shape;404;p54"/>
          <p:cNvSpPr txBox="1"/>
          <p:nvPr>
            <p:ph idx="9" type="subTitle"/>
          </p:nvPr>
        </p:nvSpPr>
        <p:spPr>
          <a:xfrm>
            <a:off x="59815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05" name="Google Shape;405;p54"/>
          <p:cNvSpPr/>
          <p:nvPr/>
        </p:nvSpPr>
        <p:spPr>
          <a:xfrm>
            <a:off x="969750" y="1532125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4"/>
          <p:cNvSpPr/>
          <p:nvPr/>
        </p:nvSpPr>
        <p:spPr>
          <a:xfrm>
            <a:off x="3663100" y="1544400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4"/>
          <p:cNvSpPr/>
          <p:nvPr/>
        </p:nvSpPr>
        <p:spPr>
          <a:xfrm>
            <a:off x="6356450" y="1544400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2 1">
  <p:cSld name="CUSTOM_14_1">
    <p:bg>
      <p:bgPr>
        <a:solidFill>
          <a:srgbClr val="F4F0FE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5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55"/>
          <p:cNvSpPr/>
          <p:nvPr>
            <p:ph idx="2" type="pic"/>
          </p:nvPr>
        </p:nvSpPr>
        <p:spPr>
          <a:xfrm>
            <a:off x="324235" y="1814255"/>
            <a:ext cx="1548000" cy="154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1" name="Google Shape;411;p55"/>
          <p:cNvSpPr/>
          <p:nvPr>
            <p:ph idx="3" type="pic"/>
          </p:nvPr>
        </p:nvSpPr>
        <p:spPr>
          <a:xfrm>
            <a:off x="2496541" y="1803796"/>
            <a:ext cx="1548000" cy="154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12" name="Google Shape;412;p55"/>
          <p:cNvSpPr/>
          <p:nvPr>
            <p:ph idx="4" type="pic"/>
          </p:nvPr>
        </p:nvSpPr>
        <p:spPr>
          <a:xfrm>
            <a:off x="4819177" y="1813975"/>
            <a:ext cx="1548000" cy="15480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413" name="Google Shape;413;p55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4" name="Google Shape;414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5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55"/>
          <p:cNvSpPr txBox="1"/>
          <p:nvPr>
            <p:ph idx="1" type="subTitle"/>
          </p:nvPr>
        </p:nvSpPr>
        <p:spPr>
          <a:xfrm>
            <a:off x="324150" y="3571275"/>
            <a:ext cx="1548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417" name="Google Shape;417;p55"/>
          <p:cNvSpPr txBox="1"/>
          <p:nvPr>
            <p:ph idx="5" type="subTitle"/>
          </p:nvPr>
        </p:nvSpPr>
        <p:spPr>
          <a:xfrm>
            <a:off x="2496550" y="3571275"/>
            <a:ext cx="1548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418" name="Google Shape;418;p55"/>
          <p:cNvSpPr txBox="1"/>
          <p:nvPr>
            <p:ph idx="6" type="subTitle"/>
          </p:nvPr>
        </p:nvSpPr>
        <p:spPr>
          <a:xfrm>
            <a:off x="4819175" y="3571275"/>
            <a:ext cx="1548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419" name="Google Shape;419;p55"/>
          <p:cNvSpPr txBox="1"/>
          <p:nvPr>
            <p:ph idx="7" type="subTitle"/>
          </p:nvPr>
        </p:nvSpPr>
        <p:spPr>
          <a:xfrm>
            <a:off x="300525" y="4358150"/>
            <a:ext cx="1548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20" name="Google Shape;420;p55"/>
          <p:cNvSpPr txBox="1"/>
          <p:nvPr>
            <p:ph idx="8" type="subTitle"/>
          </p:nvPr>
        </p:nvSpPr>
        <p:spPr>
          <a:xfrm>
            <a:off x="2496550" y="4358150"/>
            <a:ext cx="1548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21" name="Google Shape;421;p55"/>
          <p:cNvSpPr txBox="1"/>
          <p:nvPr>
            <p:ph idx="9" type="subTitle"/>
          </p:nvPr>
        </p:nvSpPr>
        <p:spPr>
          <a:xfrm>
            <a:off x="4819175" y="4358150"/>
            <a:ext cx="1548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22" name="Google Shape;422;p55"/>
          <p:cNvSpPr/>
          <p:nvPr/>
        </p:nvSpPr>
        <p:spPr>
          <a:xfrm>
            <a:off x="324150" y="1803803"/>
            <a:ext cx="1548000" cy="15480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5"/>
          <p:cNvSpPr/>
          <p:nvPr/>
        </p:nvSpPr>
        <p:spPr>
          <a:xfrm>
            <a:off x="2496498" y="1803796"/>
            <a:ext cx="1548000" cy="15480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55"/>
          <p:cNvSpPr/>
          <p:nvPr/>
        </p:nvSpPr>
        <p:spPr>
          <a:xfrm>
            <a:off x="4819177" y="1813975"/>
            <a:ext cx="1548000" cy="15480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5"/>
          <p:cNvSpPr/>
          <p:nvPr>
            <p:ph idx="13" type="pic"/>
          </p:nvPr>
        </p:nvSpPr>
        <p:spPr>
          <a:xfrm>
            <a:off x="7095327" y="1814250"/>
            <a:ext cx="1548000" cy="154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55"/>
          <p:cNvSpPr txBox="1"/>
          <p:nvPr>
            <p:ph idx="14" type="subTitle"/>
          </p:nvPr>
        </p:nvSpPr>
        <p:spPr>
          <a:xfrm>
            <a:off x="7095325" y="3571275"/>
            <a:ext cx="1548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427" name="Google Shape;427;p55"/>
          <p:cNvSpPr txBox="1"/>
          <p:nvPr>
            <p:ph idx="15" type="subTitle"/>
          </p:nvPr>
        </p:nvSpPr>
        <p:spPr>
          <a:xfrm>
            <a:off x="7095325" y="4358150"/>
            <a:ext cx="1548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28" name="Google Shape;428;p55"/>
          <p:cNvSpPr/>
          <p:nvPr/>
        </p:nvSpPr>
        <p:spPr>
          <a:xfrm>
            <a:off x="7095327" y="1814250"/>
            <a:ext cx="1548000" cy="15480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43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6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7"/>
          <p:cNvSpPr txBox="1"/>
          <p:nvPr>
            <p:ph type="title"/>
          </p:nvPr>
        </p:nvSpPr>
        <p:spPr>
          <a:xfrm>
            <a:off x="76200" y="76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A2878"/>
              </a:buClr>
              <a:buSzPts val="2400"/>
              <a:buFont typeface="Ubuntu"/>
              <a:buChar char="●"/>
              <a:defRPr sz="2400">
                <a:solidFill>
                  <a:srgbClr val="5A2878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3" name="Google Shape;433;p57"/>
          <p:cNvSpPr txBox="1"/>
          <p:nvPr>
            <p:ph idx="1" type="body"/>
          </p:nvPr>
        </p:nvSpPr>
        <p:spPr>
          <a:xfrm>
            <a:off x="76200" y="721800"/>
            <a:ext cx="8973600" cy="39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4" name="Google Shape;434;p57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 1">
  <p:cSld name="TITLE_AND_BODY_1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8"/>
          <p:cNvSpPr txBox="1"/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Cairo"/>
              <a:buNone/>
              <a:defRPr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437" name="Google Shape;437;p58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"/>
          <p:cNvSpPr txBox="1"/>
          <p:nvPr>
            <p:ph idx="12" type="sldNum"/>
          </p:nvPr>
        </p:nvSpPr>
        <p:spPr>
          <a:xfrm>
            <a:off x="8669100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42424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type="tx">
  <p:cSld name="TITLE_AND_BODY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1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">
  <p:cSld name="CUSTOM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3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8" name="Google Shape;448;p63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9" name="Google Shape;449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 txBox="1"/>
          <p:nvPr/>
        </p:nvSpPr>
        <p:spPr>
          <a:xfrm>
            <a:off x="432225" y="1469575"/>
            <a:ext cx="343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63"/>
          <p:cNvSpPr txBox="1"/>
          <p:nvPr/>
        </p:nvSpPr>
        <p:spPr>
          <a:xfrm>
            <a:off x="304800" y="1469575"/>
            <a:ext cx="326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63"/>
          <p:cNvSpPr/>
          <p:nvPr>
            <p:ph idx="2" type="pic"/>
          </p:nvPr>
        </p:nvSpPr>
        <p:spPr>
          <a:xfrm>
            <a:off x="5822250" y="1469575"/>
            <a:ext cx="2770500" cy="277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53" name="Google Shape;453;p63"/>
          <p:cNvSpPr txBox="1"/>
          <p:nvPr>
            <p:ph idx="1" type="subTitle"/>
          </p:nvPr>
        </p:nvSpPr>
        <p:spPr>
          <a:xfrm>
            <a:off x="301750" y="1469575"/>
            <a:ext cx="4776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54" name="Google Shape;454;p63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63"/>
          <p:cNvSpPr txBox="1"/>
          <p:nvPr>
            <p:ph idx="3" type="title"/>
          </p:nvPr>
        </p:nvSpPr>
        <p:spPr>
          <a:xfrm>
            <a:off x="5926500" y="4371000"/>
            <a:ext cx="2562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Cairo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26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2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4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58" name="Google Shape;458;p64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9" name="Google Shape;459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4"/>
          <p:cNvSpPr txBox="1"/>
          <p:nvPr>
            <p:ph idx="1" type="subTitle"/>
          </p:nvPr>
        </p:nvSpPr>
        <p:spPr>
          <a:xfrm>
            <a:off x="391475" y="1437150"/>
            <a:ext cx="404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461" name="Google Shape;461;p64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05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CUSTOM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5"/>
          <p:cNvSpPr/>
          <p:nvPr/>
        </p:nvSpPr>
        <p:spPr>
          <a:xfrm>
            <a:off x="6254000" y="1715763"/>
            <a:ext cx="2485200" cy="2669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5"/>
          <p:cNvSpPr/>
          <p:nvPr/>
        </p:nvSpPr>
        <p:spPr>
          <a:xfrm>
            <a:off x="3329400" y="1699250"/>
            <a:ext cx="2485200" cy="2669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5"/>
          <p:cNvSpPr/>
          <p:nvPr/>
        </p:nvSpPr>
        <p:spPr>
          <a:xfrm>
            <a:off x="404800" y="1699250"/>
            <a:ext cx="2485200" cy="2669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5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67" name="Google Shape;467;p65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8" name="Google Shape;468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5"/>
          <p:cNvSpPr txBox="1"/>
          <p:nvPr>
            <p:ph idx="1" type="subTitle"/>
          </p:nvPr>
        </p:nvSpPr>
        <p:spPr>
          <a:xfrm>
            <a:off x="631750" y="26051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65"/>
          <p:cNvSpPr txBox="1"/>
          <p:nvPr>
            <p:ph idx="2" type="subTitle"/>
          </p:nvPr>
        </p:nvSpPr>
        <p:spPr>
          <a:xfrm>
            <a:off x="3556350" y="26051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65"/>
          <p:cNvSpPr txBox="1"/>
          <p:nvPr>
            <p:ph idx="3" type="subTitle"/>
          </p:nvPr>
        </p:nvSpPr>
        <p:spPr>
          <a:xfrm>
            <a:off x="6480950" y="2621613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65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 (b)">
  <p:cSld name="CUSTOM_1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6"/>
          <p:cNvSpPr/>
          <p:nvPr/>
        </p:nvSpPr>
        <p:spPr>
          <a:xfrm>
            <a:off x="6357200" y="1771112"/>
            <a:ext cx="2382000" cy="2558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6"/>
          <p:cNvSpPr/>
          <p:nvPr/>
        </p:nvSpPr>
        <p:spPr>
          <a:xfrm>
            <a:off x="3216450" y="1578050"/>
            <a:ext cx="2711100" cy="29115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6"/>
          <p:cNvSpPr/>
          <p:nvPr/>
        </p:nvSpPr>
        <p:spPr>
          <a:xfrm>
            <a:off x="404800" y="1771275"/>
            <a:ext cx="2382000" cy="2558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6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78" name="Google Shape;478;p66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9" name="Google Shape;479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66"/>
          <p:cNvSpPr txBox="1"/>
          <p:nvPr>
            <p:ph idx="1" type="subTitle"/>
          </p:nvPr>
        </p:nvSpPr>
        <p:spPr>
          <a:xfrm>
            <a:off x="580150" y="2621625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66"/>
          <p:cNvSpPr txBox="1"/>
          <p:nvPr>
            <p:ph idx="2" type="subTitle"/>
          </p:nvPr>
        </p:nvSpPr>
        <p:spPr>
          <a:xfrm>
            <a:off x="3556350" y="26051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66"/>
          <p:cNvSpPr txBox="1"/>
          <p:nvPr>
            <p:ph idx="3" type="subTitle"/>
          </p:nvPr>
        </p:nvSpPr>
        <p:spPr>
          <a:xfrm>
            <a:off x="6532550" y="2621612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6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">
  <p:cSld name="CUSTOM_3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7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67"/>
          <p:cNvSpPr/>
          <p:nvPr/>
        </p:nvSpPr>
        <p:spPr>
          <a:xfrm>
            <a:off x="404800" y="1699250"/>
            <a:ext cx="3949800" cy="2669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7" name="Google Shape;487;p67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8" name="Google Shape;488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67"/>
          <p:cNvSpPr/>
          <p:nvPr/>
        </p:nvSpPr>
        <p:spPr>
          <a:xfrm>
            <a:off x="4642950" y="1699250"/>
            <a:ext cx="3949800" cy="26691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67"/>
          <p:cNvSpPr txBox="1"/>
          <p:nvPr>
            <p:ph idx="1" type="subTitle"/>
          </p:nvPr>
        </p:nvSpPr>
        <p:spPr>
          <a:xfrm>
            <a:off x="857650" y="2605100"/>
            <a:ext cx="3044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67"/>
          <p:cNvSpPr txBox="1"/>
          <p:nvPr>
            <p:ph idx="2" type="subTitle"/>
          </p:nvPr>
        </p:nvSpPr>
        <p:spPr>
          <a:xfrm>
            <a:off x="5281050" y="2605100"/>
            <a:ext cx="2673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67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">
  <p:cSld name="CUSTOM_4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8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68"/>
          <p:cNvSpPr/>
          <p:nvPr/>
        </p:nvSpPr>
        <p:spPr>
          <a:xfrm>
            <a:off x="4505975" y="1699250"/>
            <a:ext cx="4166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6" name="Google Shape;496;p68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7" name="Google Shape;497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68"/>
          <p:cNvSpPr/>
          <p:nvPr/>
        </p:nvSpPr>
        <p:spPr>
          <a:xfrm>
            <a:off x="4819350" y="2096225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68"/>
          <p:cNvSpPr/>
          <p:nvPr/>
        </p:nvSpPr>
        <p:spPr>
          <a:xfrm>
            <a:off x="4819350" y="286010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68"/>
          <p:cNvSpPr/>
          <p:nvPr/>
        </p:nvSpPr>
        <p:spPr>
          <a:xfrm>
            <a:off x="4819350" y="358145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68"/>
          <p:cNvSpPr txBox="1"/>
          <p:nvPr>
            <p:ph idx="1" type="subTitle"/>
          </p:nvPr>
        </p:nvSpPr>
        <p:spPr>
          <a:xfrm>
            <a:off x="5310625" y="19589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68"/>
          <p:cNvSpPr txBox="1"/>
          <p:nvPr>
            <p:ph idx="2" type="subTitle"/>
          </p:nvPr>
        </p:nvSpPr>
        <p:spPr>
          <a:xfrm>
            <a:off x="5310625" y="26822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68"/>
          <p:cNvSpPr txBox="1"/>
          <p:nvPr>
            <p:ph idx="3" type="subTitle"/>
          </p:nvPr>
        </p:nvSpPr>
        <p:spPr>
          <a:xfrm>
            <a:off x="5310625" y="34055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68"/>
          <p:cNvSpPr txBox="1"/>
          <p:nvPr>
            <p:ph idx="4" type="subTitle"/>
          </p:nvPr>
        </p:nvSpPr>
        <p:spPr>
          <a:xfrm>
            <a:off x="301750" y="1699250"/>
            <a:ext cx="33894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505" name="Google Shape;505;p68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 1">
  <p:cSld name="CUSTOM_4_1">
    <p:bg>
      <p:bgPr>
        <a:solidFill>
          <a:srgbClr val="946AF9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9"/>
          <p:cNvSpPr/>
          <p:nvPr/>
        </p:nvSpPr>
        <p:spPr>
          <a:xfrm>
            <a:off x="301750" y="1699325"/>
            <a:ext cx="3929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69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9" name="Google Shape;509;p69"/>
          <p:cNvSpPr/>
          <p:nvPr/>
        </p:nvSpPr>
        <p:spPr>
          <a:xfrm>
            <a:off x="4658375" y="1699250"/>
            <a:ext cx="4166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10" name="Google Shape;510;p69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69"/>
          <p:cNvSpPr/>
          <p:nvPr/>
        </p:nvSpPr>
        <p:spPr>
          <a:xfrm>
            <a:off x="4971750" y="2096225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69"/>
          <p:cNvSpPr/>
          <p:nvPr/>
        </p:nvSpPr>
        <p:spPr>
          <a:xfrm>
            <a:off x="4971750" y="286010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69"/>
          <p:cNvSpPr/>
          <p:nvPr/>
        </p:nvSpPr>
        <p:spPr>
          <a:xfrm>
            <a:off x="4971750" y="358145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69"/>
          <p:cNvSpPr txBox="1"/>
          <p:nvPr>
            <p:ph idx="1" type="subTitle"/>
          </p:nvPr>
        </p:nvSpPr>
        <p:spPr>
          <a:xfrm>
            <a:off x="5463025" y="19589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5" name="Google Shape;515;p69"/>
          <p:cNvSpPr txBox="1"/>
          <p:nvPr>
            <p:ph idx="2" type="subTitle"/>
          </p:nvPr>
        </p:nvSpPr>
        <p:spPr>
          <a:xfrm>
            <a:off x="5463025" y="26822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6" name="Google Shape;516;p69"/>
          <p:cNvSpPr txBox="1"/>
          <p:nvPr>
            <p:ph idx="3" type="subTitle"/>
          </p:nvPr>
        </p:nvSpPr>
        <p:spPr>
          <a:xfrm>
            <a:off x="5463025" y="34055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7" name="Google Shape;517;p69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8" name="Google Shape;518;p69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9" name="Google Shape;519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9"/>
          <p:cNvSpPr/>
          <p:nvPr>
            <p:ph idx="4" type="pic"/>
          </p:nvPr>
        </p:nvSpPr>
        <p:spPr>
          <a:xfrm>
            <a:off x="724195" y="1874327"/>
            <a:ext cx="3069000" cy="229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  <p15:guide id="3" orient="horz" pos="2730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 1 1">
  <p:cSld name="CUSTOM_4_1_1">
    <p:bg>
      <p:bgPr>
        <a:solidFill>
          <a:srgbClr val="946AF9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0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70"/>
          <p:cNvSpPr/>
          <p:nvPr/>
        </p:nvSpPr>
        <p:spPr>
          <a:xfrm>
            <a:off x="4658375" y="1699250"/>
            <a:ext cx="4166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24" name="Google Shape;524;p70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70"/>
          <p:cNvSpPr/>
          <p:nvPr/>
        </p:nvSpPr>
        <p:spPr>
          <a:xfrm>
            <a:off x="4971750" y="2096225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70"/>
          <p:cNvSpPr/>
          <p:nvPr/>
        </p:nvSpPr>
        <p:spPr>
          <a:xfrm>
            <a:off x="4971750" y="286010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70"/>
          <p:cNvSpPr/>
          <p:nvPr/>
        </p:nvSpPr>
        <p:spPr>
          <a:xfrm>
            <a:off x="4971750" y="3581450"/>
            <a:ext cx="313500" cy="313500"/>
          </a:xfrm>
          <a:prstGeom prst="ellipse">
            <a:avLst/>
          </a:prstGeom>
          <a:solidFill>
            <a:srgbClr val="F4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70"/>
          <p:cNvSpPr txBox="1"/>
          <p:nvPr>
            <p:ph idx="1" type="subTitle"/>
          </p:nvPr>
        </p:nvSpPr>
        <p:spPr>
          <a:xfrm>
            <a:off x="5463025" y="19589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9" name="Google Shape;529;p70"/>
          <p:cNvSpPr txBox="1"/>
          <p:nvPr>
            <p:ph idx="2" type="subTitle"/>
          </p:nvPr>
        </p:nvSpPr>
        <p:spPr>
          <a:xfrm>
            <a:off x="5463025" y="26822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0" name="Google Shape;530;p70"/>
          <p:cNvSpPr txBox="1"/>
          <p:nvPr>
            <p:ph idx="3" type="subTitle"/>
          </p:nvPr>
        </p:nvSpPr>
        <p:spPr>
          <a:xfrm>
            <a:off x="5463025" y="3405500"/>
            <a:ext cx="29556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1" name="Google Shape;531;p70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70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70"/>
          <p:cNvSpPr/>
          <p:nvPr>
            <p:ph idx="4" type="pic"/>
          </p:nvPr>
        </p:nvSpPr>
        <p:spPr>
          <a:xfrm>
            <a:off x="301750" y="1699250"/>
            <a:ext cx="3739500" cy="263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  <p15:guide id="3" orient="horz" pos="2730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 1 1 1">
  <p:cSld name="CUSTOM_4_1_1_1">
    <p:bg>
      <p:bgPr>
        <a:solidFill>
          <a:srgbClr val="946AF9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1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7" name="Google Shape;537;p71"/>
          <p:cNvSpPr/>
          <p:nvPr/>
        </p:nvSpPr>
        <p:spPr>
          <a:xfrm>
            <a:off x="4658375" y="1699250"/>
            <a:ext cx="4166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38" name="Google Shape;538;p71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71"/>
          <p:cNvSpPr txBox="1"/>
          <p:nvPr>
            <p:ph idx="1" type="subTitle"/>
          </p:nvPr>
        </p:nvSpPr>
        <p:spPr>
          <a:xfrm>
            <a:off x="5112250" y="2026150"/>
            <a:ext cx="33066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0" name="Google Shape;540;p71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71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2" name="Google Shape;542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71"/>
          <p:cNvSpPr/>
          <p:nvPr>
            <p:ph idx="2" type="pic"/>
          </p:nvPr>
        </p:nvSpPr>
        <p:spPr>
          <a:xfrm>
            <a:off x="301750" y="1699250"/>
            <a:ext cx="3739500" cy="263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  <p15:guide id="3" orient="horz" pos="2730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 1 1 1 1">
  <p:cSld name="CUSTOM_4_1_1_1_1">
    <p:bg>
      <p:bgPr>
        <a:solidFill>
          <a:srgbClr val="946AF9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2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46" name="Google Shape;546;p72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72"/>
          <p:cNvSpPr txBox="1"/>
          <p:nvPr>
            <p:ph idx="1" type="subTitle"/>
          </p:nvPr>
        </p:nvSpPr>
        <p:spPr>
          <a:xfrm>
            <a:off x="4658375" y="1699250"/>
            <a:ext cx="4183800" cy="2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8" name="Google Shape;548;p72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72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72"/>
          <p:cNvSpPr/>
          <p:nvPr/>
        </p:nvSpPr>
        <p:spPr>
          <a:xfrm>
            <a:off x="301750" y="1699325"/>
            <a:ext cx="3929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72"/>
          <p:cNvSpPr/>
          <p:nvPr>
            <p:ph idx="2" type="pic"/>
          </p:nvPr>
        </p:nvSpPr>
        <p:spPr>
          <a:xfrm>
            <a:off x="724195" y="1874327"/>
            <a:ext cx="3069000" cy="229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  <p15:guide id="3" orient="horz" pos="2730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 1 1 1 2">
  <p:cSld name="CUSTOM_4_1_1_1_2">
    <p:bg>
      <p:bgPr>
        <a:solidFill>
          <a:srgbClr val="F3F0FE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3"/>
          <p:cNvSpPr/>
          <p:nvPr/>
        </p:nvSpPr>
        <p:spPr>
          <a:xfrm>
            <a:off x="300525" y="1699250"/>
            <a:ext cx="4166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5" name="Google Shape;555;p73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56" name="Google Shape;556;p73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73"/>
          <p:cNvSpPr txBox="1"/>
          <p:nvPr>
            <p:ph idx="1" type="subTitle"/>
          </p:nvPr>
        </p:nvSpPr>
        <p:spPr>
          <a:xfrm>
            <a:off x="730275" y="2026150"/>
            <a:ext cx="33066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"/>
              <a:buNone/>
              <a:defRPr sz="17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9pPr>
          </a:lstStyle>
          <a:p/>
        </p:txBody>
      </p:sp>
      <p:sp>
        <p:nvSpPr>
          <p:cNvPr id="558" name="Google Shape;558;p73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9pPr>
          </a:lstStyle>
          <a:p/>
        </p:txBody>
      </p:sp>
      <p:pic>
        <p:nvPicPr>
          <p:cNvPr id="559" name="Google Shape;559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73"/>
          <p:cNvSpPr/>
          <p:nvPr>
            <p:ph idx="2" type="pic"/>
          </p:nvPr>
        </p:nvSpPr>
        <p:spPr>
          <a:xfrm>
            <a:off x="5084975" y="1699250"/>
            <a:ext cx="3739500" cy="263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  <p15:guide id="3" orient="horz" pos="2730">
          <p15:clr>
            <a:srgbClr val="E4696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ist 1 1 1 1 1">
  <p:cSld name="CUSTOM_4_1_1_1_1_1">
    <p:bg>
      <p:bgPr>
        <a:solidFill>
          <a:srgbClr val="F3F0FE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4"/>
          <p:cNvSpPr/>
          <p:nvPr/>
        </p:nvSpPr>
        <p:spPr>
          <a:xfrm>
            <a:off x="4785725" y="1699325"/>
            <a:ext cx="3929100" cy="263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74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4" name="Google Shape;564;p74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74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9pPr>
          </a:lstStyle>
          <a:p/>
        </p:txBody>
      </p:sp>
      <p:pic>
        <p:nvPicPr>
          <p:cNvPr id="566" name="Google Shape;566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74"/>
          <p:cNvSpPr/>
          <p:nvPr>
            <p:ph idx="2" type="pic"/>
          </p:nvPr>
        </p:nvSpPr>
        <p:spPr>
          <a:xfrm>
            <a:off x="5215770" y="1874327"/>
            <a:ext cx="3069000" cy="229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8" name="Google Shape;568;p74"/>
          <p:cNvSpPr txBox="1"/>
          <p:nvPr>
            <p:ph idx="1" type="subTitle"/>
          </p:nvPr>
        </p:nvSpPr>
        <p:spPr>
          <a:xfrm>
            <a:off x="166800" y="1699250"/>
            <a:ext cx="4183800" cy="2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"/>
              <a:buNone/>
              <a:defRPr sz="17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None/>
              <a:defRPr>
                <a:solidFill>
                  <a:srgbClr val="946AF9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345">
          <p15:clr>
            <a:srgbClr val="FA7B17"/>
          </p15:clr>
        </p15:guide>
        <p15:guide id="2" orient="horz" pos="1070">
          <p15:clr>
            <a:srgbClr val="FA7B17"/>
          </p15:clr>
        </p15:guide>
        <p15:guide id="3" orient="horz" pos="2730">
          <p15:clr>
            <a:srgbClr val="E46962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omments">
  <p:cSld name="CUSTOM_5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5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71" name="Google Shape;571;p75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2" name="Google Shape;572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5"/>
          <p:cNvSpPr/>
          <p:nvPr/>
        </p:nvSpPr>
        <p:spPr>
          <a:xfrm>
            <a:off x="30480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75"/>
          <p:cNvSpPr/>
          <p:nvPr/>
        </p:nvSpPr>
        <p:spPr>
          <a:xfrm>
            <a:off x="628115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75"/>
          <p:cNvSpPr/>
          <p:nvPr>
            <p:ph idx="2" type="pic"/>
          </p:nvPr>
        </p:nvSpPr>
        <p:spPr>
          <a:xfrm>
            <a:off x="3246900" y="1758563"/>
            <a:ext cx="2650200" cy="26502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576" name="Google Shape;576;p75"/>
          <p:cNvCxnSpPr/>
          <p:nvPr/>
        </p:nvCxnSpPr>
        <p:spPr>
          <a:xfrm>
            <a:off x="2725425" y="3079600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75"/>
          <p:cNvCxnSpPr/>
          <p:nvPr/>
        </p:nvCxnSpPr>
        <p:spPr>
          <a:xfrm>
            <a:off x="5676500" y="3083675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75"/>
          <p:cNvSpPr txBox="1"/>
          <p:nvPr>
            <p:ph idx="1" type="subTitle"/>
          </p:nvPr>
        </p:nvSpPr>
        <p:spPr>
          <a:xfrm>
            <a:off x="56970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p75"/>
          <p:cNvSpPr txBox="1"/>
          <p:nvPr>
            <p:ph idx="3" type="subTitle"/>
          </p:nvPr>
        </p:nvSpPr>
        <p:spPr>
          <a:xfrm>
            <a:off x="654605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0" name="Google Shape;580;p75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omments 1">
  <p:cSld name="CUSTOM_5_1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6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83" name="Google Shape;583;p76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4" name="Google Shape;584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76"/>
          <p:cNvSpPr/>
          <p:nvPr/>
        </p:nvSpPr>
        <p:spPr>
          <a:xfrm>
            <a:off x="1098300" y="1426450"/>
            <a:ext cx="2748300" cy="34788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76"/>
          <p:cNvSpPr txBox="1"/>
          <p:nvPr>
            <p:ph idx="1" type="subTitle"/>
          </p:nvPr>
        </p:nvSpPr>
        <p:spPr>
          <a:xfrm>
            <a:off x="1297950" y="2278150"/>
            <a:ext cx="2248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Cairo"/>
              <a:buNone/>
              <a:defRPr sz="12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7" name="Google Shape;587;p76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000"/>
              <a:buFont typeface="Cairo"/>
              <a:buNone/>
              <a:defRPr b="1" sz="40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8" name="Google Shape;588;p76"/>
          <p:cNvSpPr txBox="1"/>
          <p:nvPr>
            <p:ph idx="2" type="subTitle"/>
          </p:nvPr>
        </p:nvSpPr>
        <p:spPr>
          <a:xfrm>
            <a:off x="1297950" y="1640825"/>
            <a:ext cx="23490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Cairo"/>
              <a:buNone/>
              <a:defRPr b="1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9pPr>
          </a:lstStyle>
          <a:p/>
        </p:txBody>
      </p:sp>
      <p:sp>
        <p:nvSpPr>
          <p:cNvPr id="589" name="Google Shape;589;p76"/>
          <p:cNvSpPr/>
          <p:nvPr/>
        </p:nvSpPr>
        <p:spPr>
          <a:xfrm>
            <a:off x="5351700" y="1426450"/>
            <a:ext cx="2748300" cy="34788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76"/>
          <p:cNvSpPr txBox="1"/>
          <p:nvPr>
            <p:ph idx="3" type="subTitle"/>
          </p:nvPr>
        </p:nvSpPr>
        <p:spPr>
          <a:xfrm>
            <a:off x="5627350" y="2278150"/>
            <a:ext cx="2248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●"/>
              <a:defRPr sz="12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91" name="Google Shape;591;p76"/>
          <p:cNvSpPr txBox="1"/>
          <p:nvPr>
            <p:ph idx="4" type="subTitle"/>
          </p:nvPr>
        </p:nvSpPr>
        <p:spPr>
          <a:xfrm>
            <a:off x="5627350" y="1640825"/>
            <a:ext cx="23490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Cairo"/>
              <a:buNone/>
              <a:defRPr b="1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50">
          <p15:clr>
            <a:srgbClr val="E46962"/>
          </p15:clr>
        </p15:guide>
        <p15:guide id="2" pos="680">
          <p15:clr>
            <a:srgbClr val="E46962"/>
          </p15:clr>
        </p15:guide>
        <p15:guide id="3" pos="5102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s and text">
  <p:cSld name="CUSTOM_6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7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94" name="Google Shape;594;p77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5" name="Google Shape;595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77"/>
          <p:cNvSpPr/>
          <p:nvPr/>
        </p:nvSpPr>
        <p:spPr>
          <a:xfrm>
            <a:off x="3153300" y="1458775"/>
            <a:ext cx="2585100" cy="323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77"/>
          <p:cNvSpPr/>
          <p:nvPr/>
        </p:nvSpPr>
        <p:spPr>
          <a:xfrm>
            <a:off x="304800" y="1458775"/>
            <a:ext cx="2585100" cy="323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77"/>
          <p:cNvSpPr/>
          <p:nvPr>
            <p:ph idx="2" type="pic"/>
          </p:nvPr>
        </p:nvSpPr>
        <p:spPr>
          <a:xfrm>
            <a:off x="743700" y="2031475"/>
            <a:ext cx="1707300" cy="1718100"/>
          </a:xfrm>
          <a:prstGeom prst="rect">
            <a:avLst/>
          </a:prstGeom>
          <a:noFill/>
          <a:ln>
            <a:noFill/>
          </a:ln>
        </p:spPr>
      </p:sp>
      <p:sp>
        <p:nvSpPr>
          <p:cNvPr id="599" name="Google Shape;599;p77"/>
          <p:cNvSpPr/>
          <p:nvPr>
            <p:ph idx="3" type="pic"/>
          </p:nvPr>
        </p:nvSpPr>
        <p:spPr>
          <a:xfrm>
            <a:off x="3642150" y="2031475"/>
            <a:ext cx="1707300" cy="17181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77"/>
          <p:cNvSpPr txBox="1"/>
          <p:nvPr>
            <p:ph idx="1" type="subTitle"/>
          </p:nvPr>
        </p:nvSpPr>
        <p:spPr>
          <a:xfrm>
            <a:off x="6045000" y="1458775"/>
            <a:ext cx="2797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Cairo"/>
              <a:buNone/>
              <a:defRPr sz="21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01" name="Google Shape;601;p77"/>
          <p:cNvSpPr txBox="1"/>
          <p:nvPr>
            <p:ph idx="4" type="subTitle"/>
          </p:nvPr>
        </p:nvSpPr>
        <p:spPr>
          <a:xfrm>
            <a:off x="3153300" y="38207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Cairo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2" name="Google Shape;602;p77"/>
          <p:cNvSpPr txBox="1"/>
          <p:nvPr>
            <p:ph idx="5" type="subTitle"/>
          </p:nvPr>
        </p:nvSpPr>
        <p:spPr>
          <a:xfrm>
            <a:off x="304800" y="38207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Cairo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3" name="Google Shape;603;p77"/>
          <p:cNvSpPr txBox="1"/>
          <p:nvPr>
            <p:ph idx="6" type="subTitle"/>
          </p:nvPr>
        </p:nvSpPr>
        <p:spPr>
          <a:xfrm>
            <a:off x="304800" y="1491900"/>
            <a:ext cx="2585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Cairo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4" name="Google Shape;604;p77"/>
          <p:cNvSpPr txBox="1"/>
          <p:nvPr>
            <p:ph idx="7" type="subTitle"/>
          </p:nvPr>
        </p:nvSpPr>
        <p:spPr>
          <a:xfrm>
            <a:off x="3174900" y="1491900"/>
            <a:ext cx="2585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Cairo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77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08">
          <p15:clr>
            <a:srgbClr val="FA7B17"/>
          </p15:clr>
        </p15:guide>
        <p15:guide id="2" orient="horz" pos="919">
          <p15:clr>
            <a:srgbClr val="FA7B17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CUSTOM_7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8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p78"/>
          <p:cNvSpPr txBox="1"/>
          <p:nvPr/>
        </p:nvSpPr>
        <p:spPr>
          <a:xfrm>
            <a:off x="1482750" y="2012400"/>
            <a:ext cx="6178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Medplum</a:t>
            </a:r>
            <a:endParaRPr b="1" sz="100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609" name="Google Shape;609;p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26950" y="596976"/>
            <a:ext cx="1290100" cy="1415424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78"/>
          <p:cNvSpPr txBox="1"/>
          <p:nvPr>
            <p:ph idx="1" type="subTitle"/>
          </p:nvPr>
        </p:nvSpPr>
        <p:spPr>
          <a:xfrm>
            <a:off x="1664075" y="3890025"/>
            <a:ext cx="59322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Cairo SemiBold"/>
              <a:buNone/>
              <a:defRPr sz="1800"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CUSTOM_8">
    <p:bg>
      <p:bgPr>
        <a:solidFill>
          <a:srgbClr val="946AF9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9"/>
          <p:cNvSpPr/>
          <p:nvPr/>
        </p:nvSpPr>
        <p:spPr>
          <a:xfrm>
            <a:off x="810000" y="1536150"/>
            <a:ext cx="2071200" cy="2071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79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4" name="Google Shape;614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0513" y="1864001"/>
            <a:ext cx="1290100" cy="1415424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9"/>
          <p:cNvSpPr txBox="1"/>
          <p:nvPr/>
        </p:nvSpPr>
        <p:spPr>
          <a:xfrm>
            <a:off x="2663750" y="1709850"/>
            <a:ext cx="6178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rPr>
              <a:t>Medplum</a:t>
            </a:r>
            <a:endParaRPr b="1" sz="10000">
              <a:solidFill>
                <a:schemeClr val="lt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16" name="Google Shape;616;p79"/>
          <p:cNvSpPr txBox="1"/>
          <p:nvPr>
            <p:ph idx="1" type="subTitle"/>
          </p:nvPr>
        </p:nvSpPr>
        <p:spPr>
          <a:xfrm>
            <a:off x="3202700" y="3433650"/>
            <a:ext cx="5639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iro"/>
              <a:buNone/>
              <a:defRPr sz="18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CUSTOM_9">
    <p:bg>
      <p:bgPr>
        <a:solidFill>
          <a:srgbClr val="946AF9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0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9" name="Google Shape;619;p80"/>
          <p:cNvSpPr/>
          <p:nvPr/>
        </p:nvSpPr>
        <p:spPr>
          <a:xfrm>
            <a:off x="3122850" y="25"/>
            <a:ext cx="6021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80"/>
          <p:cNvSpPr/>
          <p:nvPr/>
        </p:nvSpPr>
        <p:spPr>
          <a:xfrm>
            <a:off x="637100" y="1536150"/>
            <a:ext cx="2071200" cy="2071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1" name="Google Shape;621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7613" y="1864001"/>
            <a:ext cx="1290100" cy="1415424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80"/>
          <p:cNvSpPr txBox="1"/>
          <p:nvPr/>
        </p:nvSpPr>
        <p:spPr>
          <a:xfrm>
            <a:off x="2965500" y="1709850"/>
            <a:ext cx="6178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Medplum</a:t>
            </a:r>
            <a:endParaRPr b="1" sz="100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623" name="Google Shape;623;p80"/>
          <p:cNvSpPr txBox="1"/>
          <p:nvPr>
            <p:ph idx="1" type="subTitle"/>
          </p:nvPr>
        </p:nvSpPr>
        <p:spPr>
          <a:xfrm>
            <a:off x="3536875" y="3557225"/>
            <a:ext cx="5337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iro"/>
              <a:buNone/>
              <a:defRPr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241">
          <p15:clr>
            <a:srgbClr val="FA7B17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CUSTOM_10">
    <p:bg>
      <p:bgPr>
        <a:solidFill>
          <a:srgbClr val="946AF9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81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6" name="Google Shape;626;p81"/>
          <p:cNvSpPr/>
          <p:nvPr/>
        </p:nvSpPr>
        <p:spPr>
          <a:xfrm>
            <a:off x="810000" y="1536150"/>
            <a:ext cx="2071200" cy="2071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81"/>
          <p:cNvSpPr txBox="1"/>
          <p:nvPr>
            <p:ph type="title"/>
          </p:nvPr>
        </p:nvSpPr>
        <p:spPr>
          <a:xfrm>
            <a:off x="810000" y="1536150"/>
            <a:ext cx="2071200" cy="20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0000"/>
              <a:buFont typeface="Cairo"/>
              <a:buNone/>
              <a:defRPr b="1" sz="100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8" name="Google Shape;628;p81"/>
          <p:cNvSpPr txBox="1"/>
          <p:nvPr>
            <p:ph idx="2" type="title"/>
          </p:nvPr>
        </p:nvSpPr>
        <p:spPr>
          <a:xfrm>
            <a:off x="3199750" y="2045850"/>
            <a:ext cx="4613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29" name="Google Shape;629;p81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0" name="Google Shape;630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 1">
  <p:cSld name="CUSTOM_10_2">
    <p:bg>
      <p:bgPr>
        <a:solidFill>
          <a:srgbClr val="946AF9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2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82"/>
          <p:cNvSpPr/>
          <p:nvPr/>
        </p:nvSpPr>
        <p:spPr>
          <a:xfrm>
            <a:off x="810000" y="1536150"/>
            <a:ext cx="2071200" cy="2071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82"/>
          <p:cNvSpPr txBox="1"/>
          <p:nvPr>
            <p:ph type="title"/>
          </p:nvPr>
        </p:nvSpPr>
        <p:spPr>
          <a:xfrm>
            <a:off x="3199750" y="2045850"/>
            <a:ext cx="4613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35" name="Google Shape;635;p82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6" name="Google Shape;636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82"/>
          <p:cNvSpPr/>
          <p:nvPr>
            <p:ph idx="2" type="pic"/>
          </p:nvPr>
        </p:nvSpPr>
        <p:spPr>
          <a:xfrm>
            <a:off x="983400" y="1709550"/>
            <a:ext cx="1724400" cy="17244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 1 1">
  <p:cSld name="CUSTOM_10_2_1">
    <p:bg>
      <p:bgPr>
        <a:solidFill>
          <a:srgbClr val="F4F0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3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0" name="Google Shape;640;p83"/>
          <p:cNvSpPr/>
          <p:nvPr/>
        </p:nvSpPr>
        <p:spPr>
          <a:xfrm>
            <a:off x="810000" y="1536150"/>
            <a:ext cx="2071200" cy="2071200"/>
          </a:xfrm>
          <a:prstGeom prst="ellipse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83"/>
          <p:cNvSpPr txBox="1"/>
          <p:nvPr>
            <p:ph type="title"/>
          </p:nvPr>
        </p:nvSpPr>
        <p:spPr>
          <a:xfrm>
            <a:off x="3199750" y="2045850"/>
            <a:ext cx="4613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42" name="Google Shape;642;p83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3" name="Google Shape;643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83"/>
          <p:cNvSpPr/>
          <p:nvPr>
            <p:ph idx="2" type="pic"/>
          </p:nvPr>
        </p:nvSpPr>
        <p:spPr>
          <a:xfrm>
            <a:off x="983400" y="1709550"/>
            <a:ext cx="1724400" cy="17244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fill left">
  <p:cSld name="CUSTOM_10_1">
    <p:bg>
      <p:bgPr>
        <a:solidFill>
          <a:srgbClr val="F4F0FE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4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7" name="Google Shape;647;p84"/>
          <p:cNvSpPr txBox="1"/>
          <p:nvPr>
            <p:ph type="title"/>
          </p:nvPr>
        </p:nvSpPr>
        <p:spPr>
          <a:xfrm>
            <a:off x="3996525" y="2045850"/>
            <a:ext cx="4570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48" name="Google Shape;648;p84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9" name="Google Shape;649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84"/>
          <p:cNvSpPr/>
          <p:nvPr/>
        </p:nvSpPr>
        <p:spPr>
          <a:xfrm>
            <a:off x="810000" y="843500"/>
            <a:ext cx="2588400" cy="335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84"/>
          <p:cNvSpPr/>
          <p:nvPr>
            <p:ph idx="2" type="pic"/>
          </p:nvPr>
        </p:nvSpPr>
        <p:spPr>
          <a:xfrm>
            <a:off x="1010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">
  <p:cSld name="CUSTOM_10_1_1">
    <p:bg>
      <p:bgPr>
        <a:solidFill>
          <a:srgbClr val="946AF9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5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4" name="Google Shape;654;p85"/>
          <p:cNvSpPr txBox="1"/>
          <p:nvPr>
            <p:ph type="title"/>
          </p:nvPr>
        </p:nvSpPr>
        <p:spPr>
          <a:xfrm>
            <a:off x="3996525" y="2045850"/>
            <a:ext cx="4570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55" name="Google Shape;655;p85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6" name="Google Shape;656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85"/>
          <p:cNvSpPr/>
          <p:nvPr/>
        </p:nvSpPr>
        <p:spPr>
          <a:xfrm>
            <a:off x="810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85"/>
          <p:cNvSpPr/>
          <p:nvPr>
            <p:ph idx="2" type="pic"/>
          </p:nvPr>
        </p:nvSpPr>
        <p:spPr>
          <a:xfrm>
            <a:off x="1010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2">
  <p:cSld name="CUSTOM_10_1_1_2">
    <p:bg>
      <p:bgPr>
        <a:solidFill>
          <a:srgbClr val="F4F0FE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6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1" name="Google Shape;661;p86"/>
          <p:cNvSpPr txBox="1"/>
          <p:nvPr>
            <p:ph type="title"/>
          </p:nvPr>
        </p:nvSpPr>
        <p:spPr>
          <a:xfrm>
            <a:off x="3996525" y="2045850"/>
            <a:ext cx="45708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62" name="Google Shape;662;p86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3" name="Google Shape;663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86"/>
          <p:cNvSpPr/>
          <p:nvPr/>
        </p:nvSpPr>
        <p:spPr>
          <a:xfrm>
            <a:off x="810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86"/>
          <p:cNvSpPr/>
          <p:nvPr>
            <p:ph idx="2" type="pic"/>
          </p:nvPr>
        </p:nvSpPr>
        <p:spPr>
          <a:xfrm>
            <a:off x="1010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1">
  <p:cSld name="CUSTOM_10_1_1_1">
    <p:bg>
      <p:bgPr>
        <a:solidFill>
          <a:srgbClr val="946AF9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7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8" name="Google Shape;668;p87"/>
          <p:cNvSpPr txBox="1"/>
          <p:nvPr>
            <p:ph type="title"/>
          </p:nvPr>
        </p:nvSpPr>
        <p:spPr>
          <a:xfrm>
            <a:off x="810000" y="2045850"/>
            <a:ext cx="41796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69" name="Google Shape;669;p87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0" name="Google Shape;670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87"/>
          <p:cNvSpPr/>
          <p:nvPr/>
        </p:nvSpPr>
        <p:spPr>
          <a:xfrm>
            <a:off x="5544725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87"/>
          <p:cNvSpPr/>
          <p:nvPr>
            <p:ph idx="2" type="pic"/>
          </p:nvPr>
        </p:nvSpPr>
        <p:spPr>
          <a:xfrm>
            <a:off x="5745275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1 1">
  <p:cSld name="CUSTOM_10_1_1_1_1">
    <p:bg>
      <p:bgPr>
        <a:solidFill>
          <a:srgbClr val="946AF9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8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88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6" name="Google Shape;676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88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8" name="Google Shape;678;p88"/>
          <p:cNvSpPr/>
          <p:nvPr/>
        </p:nvSpPr>
        <p:spPr>
          <a:xfrm>
            <a:off x="30480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88"/>
          <p:cNvSpPr/>
          <p:nvPr/>
        </p:nvSpPr>
        <p:spPr>
          <a:xfrm>
            <a:off x="628115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/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88"/>
          <p:cNvSpPr/>
          <p:nvPr>
            <p:ph idx="2" type="pic"/>
          </p:nvPr>
        </p:nvSpPr>
        <p:spPr>
          <a:xfrm>
            <a:off x="3246900" y="1758563"/>
            <a:ext cx="2650200" cy="26502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681" name="Google Shape;681;p88"/>
          <p:cNvCxnSpPr/>
          <p:nvPr/>
        </p:nvCxnSpPr>
        <p:spPr>
          <a:xfrm>
            <a:off x="2725425" y="3079600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88"/>
          <p:cNvCxnSpPr/>
          <p:nvPr/>
        </p:nvCxnSpPr>
        <p:spPr>
          <a:xfrm>
            <a:off x="5676500" y="3083675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88"/>
          <p:cNvSpPr txBox="1"/>
          <p:nvPr>
            <p:ph idx="1" type="subTitle"/>
          </p:nvPr>
        </p:nvSpPr>
        <p:spPr>
          <a:xfrm>
            <a:off x="56970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88"/>
          <p:cNvSpPr txBox="1"/>
          <p:nvPr>
            <p:ph idx="3" type="subTitle"/>
          </p:nvPr>
        </p:nvSpPr>
        <p:spPr>
          <a:xfrm>
            <a:off x="654605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5" name="Google Shape;685;p88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1 1 1">
  <p:cSld name="CUSTOM_10_1_1_1_1_1">
    <p:bg>
      <p:bgPr>
        <a:solidFill>
          <a:srgbClr val="F4F0FE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89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8" name="Google Shape;688;p89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9" name="Google Shape;689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0" name="Google Shape;690;p89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89"/>
          <p:cNvSpPr/>
          <p:nvPr/>
        </p:nvSpPr>
        <p:spPr>
          <a:xfrm>
            <a:off x="30480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>
              <a:alpha val="84280"/>
            </a:srgbClr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9"/>
          <p:cNvSpPr/>
          <p:nvPr/>
        </p:nvSpPr>
        <p:spPr>
          <a:xfrm>
            <a:off x="6281150" y="1923400"/>
            <a:ext cx="2561100" cy="2312400"/>
          </a:xfrm>
          <a:prstGeom prst="roundRect">
            <a:avLst>
              <a:gd fmla="val 16667" name="adj"/>
            </a:avLst>
          </a:prstGeom>
          <a:solidFill>
            <a:srgbClr val="F4F0FE">
              <a:alpha val="84280"/>
            </a:srgbClr>
          </a:solidFill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89"/>
          <p:cNvSpPr/>
          <p:nvPr>
            <p:ph idx="2" type="pic"/>
          </p:nvPr>
        </p:nvSpPr>
        <p:spPr>
          <a:xfrm>
            <a:off x="3246900" y="1758563"/>
            <a:ext cx="2650200" cy="26502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694" name="Google Shape;694;p89"/>
          <p:cNvCxnSpPr/>
          <p:nvPr/>
        </p:nvCxnSpPr>
        <p:spPr>
          <a:xfrm>
            <a:off x="2725425" y="3079600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89"/>
          <p:cNvCxnSpPr/>
          <p:nvPr/>
        </p:nvCxnSpPr>
        <p:spPr>
          <a:xfrm>
            <a:off x="5676500" y="3083675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6" name="Google Shape;696;p89"/>
          <p:cNvSpPr txBox="1"/>
          <p:nvPr>
            <p:ph idx="1" type="subTitle"/>
          </p:nvPr>
        </p:nvSpPr>
        <p:spPr>
          <a:xfrm>
            <a:off x="56970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89"/>
          <p:cNvSpPr txBox="1"/>
          <p:nvPr>
            <p:ph idx="3" type="subTitle"/>
          </p:nvPr>
        </p:nvSpPr>
        <p:spPr>
          <a:xfrm>
            <a:off x="654605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Font typeface="Cairo"/>
              <a:buNone/>
              <a:defRPr sz="1700"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8" name="Google Shape;698;p89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1 1 1 1">
  <p:cSld name="CUSTOM_10_1_1_1_1_1_1">
    <p:bg>
      <p:bgPr>
        <a:solidFill>
          <a:srgbClr val="946AF9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90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1" name="Google Shape;701;p90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2" name="Google Shape;702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3" name="Google Shape;703;p90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90"/>
          <p:cNvSpPr/>
          <p:nvPr/>
        </p:nvSpPr>
        <p:spPr>
          <a:xfrm>
            <a:off x="304800" y="1923400"/>
            <a:ext cx="2561100" cy="2312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90"/>
          <p:cNvSpPr/>
          <p:nvPr/>
        </p:nvSpPr>
        <p:spPr>
          <a:xfrm>
            <a:off x="6281150" y="1923400"/>
            <a:ext cx="2561100" cy="2312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90"/>
          <p:cNvSpPr/>
          <p:nvPr>
            <p:ph idx="2" type="pic"/>
          </p:nvPr>
        </p:nvSpPr>
        <p:spPr>
          <a:xfrm>
            <a:off x="3246900" y="1758563"/>
            <a:ext cx="2650200" cy="26502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707" name="Google Shape;707;p90"/>
          <p:cNvCxnSpPr/>
          <p:nvPr/>
        </p:nvCxnSpPr>
        <p:spPr>
          <a:xfrm>
            <a:off x="2725425" y="3079600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90"/>
          <p:cNvCxnSpPr/>
          <p:nvPr/>
        </p:nvCxnSpPr>
        <p:spPr>
          <a:xfrm>
            <a:off x="5676500" y="3083675"/>
            <a:ext cx="710700" cy="0"/>
          </a:xfrm>
          <a:prstGeom prst="straightConnector1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90"/>
          <p:cNvSpPr txBox="1"/>
          <p:nvPr>
            <p:ph idx="1" type="subTitle"/>
          </p:nvPr>
        </p:nvSpPr>
        <p:spPr>
          <a:xfrm>
            <a:off x="56970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0" name="Google Shape;710;p90"/>
          <p:cNvSpPr txBox="1"/>
          <p:nvPr>
            <p:ph idx="3" type="subTitle"/>
          </p:nvPr>
        </p:nvSpPr>
        <p:spPr>
          <a:xfrm>
            <a:off x="6546050" y="2650900"/>
            <a:ext cx="2031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iro"/>
              <a:buNone/>
              <a:defRPr sz="17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1" name="Google Shape;711;p90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hite stroke left 1 1 1 1 1">
  <p:cSld name="CUSTOM_10_1_1_1_1_1_1_1">
    <p:bg>
      <p:bgPr>
        <a:solidFill>
          <a:srgbClr val="946AF9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1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14" name="Google Shape;714;p91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5" name="Google Shape;715;p91"/>
          <p:cNvSpPr/>
          <p:nvPr/>
        </p:nvSpPr>
        <p:spPr>
          <a:xfrm>
            <a:off x="3153300" y="1458775"/>
            <a:ext cx="2585100" cy="323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91"/>
          <p:cNvSpPr/>
          <p:nvPr/>
        </p:nvSpPr>
        <p:spPr>
          <a:xfrm>
            <a:off x="304800" y="1458775"/>
            <a:ext cx="2585100" cy="323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91"/>
          <p:cNvSpPr/>
          <p:nvPr>
            <p:ph idx="2" type="pic"/>
          </p:nvPr>
        </p:nvSpPr>
        <p:spPr>
          <a:xfrm>
            <a:off x="743700" y="2031475"/>
            <a:ext cx="1707300" cy="1718100"/>
          </a:xfrm>
          <a:prstGeom prst="rect">
            <a:avLst/>
          </a:prstGeom>
          <a:noFill/>
          <a:ln>
            <a:noFill/>
          </a:ln>
        </p:spPr>
      </p:sp>
      <p:sp>
        <p:nvSpPr>
          <p:cNvPr id="718" name="Google Shape;718;p91"/>
          <p:cNvSpPr/>
          <p:nvPr>
            <p:ph idx="3" type="pic"/>
          </p:nvPr>
        </p:nvSpPr>
        <p:spPr>
          <a:xfrm>
            <a:off x="3642150" y="2031475"/>
            <a:ext cx="1707300" cy="1718100"/>
          </a:xfrm>
          <a:prstGeom prst="rect">
            <a:avLst/>
          </a:prstGeom>
          <a:noFill/>
          <a:ln>
            <a:noFill/>
          </a:ln>
        </p:spPr>
      </p:sp>
      <p:sp>
        <p:nvSpPr>
          <p:cNvPr id="719" name="Google Shape;719;p91"/>
          <p:cNvSpPr txBox="1"/>
          <p:nvPr>
            <p:ph idx="1" type="subTitle"/>
          </p:nvPr>
        </p:nvSpPr>
        <p:spPr>
          <a:xfrm>
            <a:off x="6045000" y="1458775"/>
            <a:ext cx="2797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iro"/>
              <a:buNone/>
              <a:defRPr sz="21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720" name="Google Shape;720;p91"/>
          <p:cNvSpPr txBox="1"/>
          <p:nvPr>
            <p:ph idx="4" type="subTitle"/>
          </p:nvPr>
        </p:nvSpPr>
        <p:spPr>
          <a:xfrm>
            <a:off x="3153300" y="38207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iro"/>
              <a:buNone/>
              <a:defRPr sz="16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1" name="Google Shape;721;p91"/>
          <p:cNvSpPr txBox="1"/>
          <p:nvPr>
            <p:ph idx="5" type="subTitle"/>
          </p:nvPr>
        </p:nvSpPr>
        <p:spPr>
          <a:xfrm>
            <a:off x="304800" y="38207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iro"/>
              <a:buNone/>
              <a:defRPr sz="16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2" name="Google Shape;722;p91"/>
          <p:cNvSpPr txBox="1"/>
          <p:nvPr>
            <p:ph idx="6" type="subTitle"/>
          </p:nvPr>
        </p:nvSpPr>
        <p:spPr>
          <a:xfrm>
            <a:off x="304800" y="1491900"/>
            <a:ext cx="2585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iro"/>
              <a:buNone/>
              <a:defRPr sz="16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3" name="Google Shape;723;p91"/>
          <p:cNvSpPr txBox="1"/>
          <p:nvPr>
            <p:ph idx="7" type="subTitle"/>
          </p:nvPr>
        </p:nvSpPr>
        <p:spPr>
          <a:xfrm>
            <a:off x="3174900" y="1491900"/>
            <a:ext cx="2585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iro"/>
              <a:buNone/>
              <a:defRPr sz="16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4" name="Google Shape;724;p91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5" name="Google Shape;725;p91"/>
          <p:cNvSpPr/>
          <p:nvPr/>
        </p:nvSpPr>
        <p:spPr>
          <a:xfrm>
            <a:off x="8255850" y="301750"/>
            <a:ext cx="586200" cy="58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6" name="Google Shape;72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419" y="394577"/>
            <a:ext cx="365276" cy="400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10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 2">
  <p:cSld name="CUSTOM_1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2"/>
          <p:cNvSpPr/>
          <p:nvPr/>
        </p:nvSpPr>
        <p:spPr>
          <a:xfrm>
            <a:off x="2535150" y="-78100"/>
            <a:ext cx="6671700" cy="5268600"/>
          </a:xfrm>
          <a:prstGeom prst="rect">
            <a:avLst/>
          </a:prstGeom>
          <a:solidFill>
            <a:srgbClr val="946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92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0" name="Google Shape;730;p92"/>
          <p:cNvSpPr txBox="1"/>
          <p:nvPr>
            <p:ph type="title"/>
          </p:nvPr>
        </p:nvSpPr>
        <p:spPr>
          <a:xfrm>
            <a:off x="301750" y="1536150"/>
            <a:ext cx="1963800" cy="20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0000"/>
              <a:buFont typeface="Cairo"/>
              <a:buNone/>
              <a:defRPr b="1" sz="100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1" name="Google Shape;731;p92"/>
          <p:cNvSpPr txBox="1"/>
          <p:nvPr>
            <p:ph idx="2" type="title"/>
          </p:nvPr>
        </p:nvSpPr>
        <p:spPr>
          <a:xfrm>
            <a:off x="3199750" y="2045850"/>
            <a:ext cx="4613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12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3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4" name="Google Shape;734;p93"/>
          <p:cNvCxnSpPr/>
          <p:nvPr/>
        </p:nvCxnSpPr>
        <p:spPr>
          <a:xfrm>
            <a:off x="2419575" y="-11550"/>
            <a:ext cx="0" cy="516270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5" name="Google Shape;735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3749" y="301746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93"/>
          <p:cNvSpPr txBox="1"/>
          <p:nvPr>
            <p:ph type="title"/>
          </p:nvPr>
        </p:nvSpPr>
        <p:spPr>
          <a:xfrm>
            <a:off x="2718200" y="1979400"/>
            <a:ext cx="5095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737" name="Google Shape;737;p93"/>
          <p:cNvSpPr txBox="1"/>
          <p:nvPr>
            <p:ph idx="2" type="title"/>
          </p:nvPr>
        </p:nvSpPr>
        <p:spPr>
          <a:xfrm>
            <a:off x="301750" y="1979400"/>
            <a:ext cx="1819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 1">
  <p:cSld name="CUSTOM_12_1">
    <p:bg>
      <p:bgPr>
        <a:solidFill>
          <a:srgbClr val="946AF9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94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40" name="Google Shape;740;p94"/>
          <p:cNvCxnSpPr/>
          <p:nvPr/>
        </p:nvCxnSpPr>
        <p:spPr>
          <a:xfrm>
            <a:off x="3395200" y="-11550"/>
            <a:ext cx="0" cy="5162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94"/>
          <p:cNvSpPr txBox="1"/>
          <p:nvPr>
            <p:ph type="title"/>
          </p:nvPr>
        </p:nvSpPr>
        <p:spPr>
          <a:xfrm>
            <a:off x="3617625" y="1979400"/>
            <a:ext cx="5095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grpSp>
        <p:nvGrpSpPr>
          <p:cNvPr id="742" name="Google Shape;742;p94"/>
          <p:cNvGrpSpPr/>
          <p:nvPr/>
        </p:nvGrpSpPr>
        <p:grpSpPr>
          <a:xfrm>
            <a:off x="8255850" y="301750"/>
            <a:ext cx="586200" cy="586200"/>
            <a:chOff x="8255850" y="301750"/>
            <a:chExt cx="586200" cy="586200"/>
          </a:xfrm>
        </p:grpSpPr>
        <p:sp>
          <p:nvSpPr>
            <p:cNvPr id="743" name="Google Shape;743;p94"/>
            <p:cNvSpPr/>
            <p:nvPr/>
          </p:nvSpPr>
          <p:spPr>
            <a:xfrm>
              <a:off x="8255850" y="301750"/>
              <a:ext cx="586200" cy="58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44" name="Google Shape;744;p9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66419" y="394577"/>
              <a:ext cx="365276" cy="4007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5" name="Google Shape;745;p94"/>
          <p:cNvSpPr/>
          <p:nvPr/>
        </p:nvSpPr>
        <p:spPr>
          <a:xfrm>
            <a:off x="429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94"/>
          <p:cNvSpPr/>
          <p:nvPr>
            <p:ph idx="2" type="pic"/>
          </p:nvPr>
        </p:nvSpPr>
        <p:spPr>
          <a:xfrm>
            <a:off x="629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 1 1">
  <p:cSld name="CUSTOM_12_1_1">
    <p:bg>
      <p:bgPr>
        <a:solidFill>
          <a:schemeClr val="lt1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5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49" name="Google Shape;749;p95"/>
          <p:cNvCxnSpPr/>
          <p:nvPr/>
        </p:nvCxnSpPr>
        <p:spPr>
          <a:xfrm>
            <a:off x="3395200" y="-11550"/>
            <a:ext cx="0" cy="516270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95"/>
          <p:cNvSpPr txBox="1"/>
          <p:nvPr>
            <p:ph type="title"/>
          </p:nvPr>
        </p:nvSpPr>
        <p:spPr>
          <a:xfrm>
            <a:off x="3617625" y="1979400"/>
            <a:ext cx="5095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grpSp>
        <p:nvGrpSpPr>
          <p:cNvPr id="751" name="Google Shape;751;p95"/>
          <p:cNvGrpSpPr/>
          <p:nvPr/>
        </p:nvGrpSpPr>
        <p:grpSpPr>
          <a:xfrm>
            <a:off x="8255850" y="301750"/>
            <a:ext cx="586200" cy="586200"/>
            <a:chOff x="8255850" y="301750"/>
            <a:chExt cx="586200" cy="586200"/>
          </a:xfrm>
        </p:grpSpPr>
        <p:sp>
          <p:nvSpPr>
            <p:cNvPr id="752" name="Google Shape;752;p95"/>
            <p:cNvSpPr/>
            <p:nvPr/>
          </p:nvSpPr>
          <p:spPr>
            <a:xfrm>
              <a:off x="8255850" y="301750"/>
              <a:ext cx="586200" cy="58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53" name="Google Shape;753;p9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66419" y="394577"/>
              <a:ext cx="365276" cy="4007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4" name="Google Shape;754;p95"/>
          <p:cNvSpPr/>
          <p:nvPr/>
        </p:nvSpPr>
        <p:spPr>
          <a:xfrm>
            <a:off x="429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95"/>
          <p:cNvSpPr/>
          <p:nvPr>
            <p:ph idx="2" type="pic"/>
          </p:nvPr>
        </p:nvSpPr>
        <p:spPr>
          <a:xfrm>
            <a:off x="629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 1 1 1">
  <p:cSld name="CUSTOM_12_1_1_1">
    <p:bg>
      <p:bgPr>
        <a:solidFill>
          <a:srgbClr val="F4F0FE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6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58" name="Google Shape;758;p96"/>
          <p:cNvCxnSpPr/>
          <p:nvPr/>
        </p:nvCxnSpPr>
        <p:spPr>
          <a:xfrm>
            <a:off x="3395200" y="-11550"/>
            <a:ext cx="0" cy="516270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9" name="Google Shape;759;p96"/>
          <p:cNvSpPr txBox="1"/>
          <p:nvPr>
            <p:ph type="title"/>
          </p:nvPr>
        </p:nvSpPr>
        <p:spPr>
          <a:xfrm>
            <a:off x="3617625" y="1979400"/>
            <a:ext cx="5095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grpSp>
        <p:nvGrpSpPr>
          <p:cNvPr id="760" name="Google Shape;760;p96"/>
          <p:cNvGrpSpPr/>
          <p:nvPr/>
        </p:nvGrpSpPr>
        <p:grpSpPr>
          <a:xfrm>
            <a:off x="8255850" y="301750"/>
            <a:ext cx="586200" cy="586200"/>
            <a:chOff x="8255850" y="301750"/>
            <a:chExt cx="586200" cy="586200"/>
          </a:xfrm>
        </p:grpSpPr>
        <p:sp>
          <p:nvSpPr>
            <p:cNvPr id="761" name="Google Shape;761;p96"/>
            <p:cNvSpPr/>
            <p:nvPr/>
          </p:nvSpPr>
          <p:spPr>
            <a:xfrm>
              <a:off x="8255850" y="301750"/>
              <a:ext cx="586200" cy="58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2" name="Google Shape;762;p9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66419" y="394577"/>
              <a:ext cx="365276" cy="4007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3" name="Google Shape;763;p96"/>
          <p:cNvSpPr/>
          <p:nvPr/>
        </p:nvSpPr>
        <p:spPr>
          <a:xfrm>
            <a:off x="429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96"/>
          <p:cNvSpPr/>
          <p:nvPr>
            <p:ph idx="2" type="pic"/>
          </p:nvPr>
        </p:nvSpPr>
        <p:spPr>
          <a:xfrm>
            <a:off x="629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 1 1 1 1">
  <p:cSld name="CUSTOM_12_1_1_1_1">
    <p:bg>
      <p:bgPr>
        <a:solidFill>
          <a:schemeClr val="lt1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7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7" name="Google Shape;767;p97"/>
          <p:cNvCxnSpPr/>
          <p:nvPr/>
        </p:nvCxnSpPr>
        <p:spPr>
          <a:xfrm>
            <a:off x="3395200" y="-11550"/>
            <a:ext cx="0" cy="5162700"/>
          </a:xfrm>
          <a:prstGeom prst="straightConnector1">
            <a:avLst/>
          </a:prstGeom>
          <a:noFill/>
          <a:ln cap="flat" cmpd="sng" w="19050">
            <a:solidFill>
              <a:srgbClr val="F4F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97"/>
          <p:cNvSpPr txBox="1"/>
          <p:nvPr>
            <p:ph type="title"/>
          </p:nvPr>
        </p:nvSpPr>
        <p:spPr>
          <a:xfrm>
            <a:off x="3617625" y="1979400"/>
            <a:ext cx="5095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iro"/>
              <a:buNone/>
              <a:defRPr b="1" sz="4200">
                <a:solidFill>
                  <a:schemeClr val="lt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grpSp>
        <p:nvGrpSpPr>
          <p:cNvPr id="769" name="Google Shape;769;p97"/>
          <p:cNvGrpSpPr/>
          <p:nvPr/>
        </p:nvGrpSpPr>
        <p:grpSpPr>
          <a:xfrm>
            <a:off x="8255850" y="301750"/>
            <a:ext cx="586200" cy="586200"/>
            <a:chOff x="8255850" y="301750"/>
            <a:chExt cx="586200" cy="586200"/>
          </a:xfrm>
        </p:grpSpPr>
        <p:sp>
          <p:nvSpPr>
            <p:cNvPr id="770" name="Google Shape;770;p97"/>
            <p:cNvSpPr/>
            <p:nvPr/>
          </p:nvSpPr>
          <p:spPr>
            <a:xfrm>
              <a:off x="8255850" y="301750"/>
              <a:ext cx="586200" cy="58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71" name="Google Shape;771;p9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66419" y="394577"/>
              <a:ext cx="365276" cy="4007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2" name="Google Shape;772;p97"/>
          <p:cNvSpPr/>
          <p:nvPr/>
        </p:nvSpPr>
        <p:spPr>
          <a:xfrm>
            <a:off x="429000" y="843500"/>
            <a:ext cx="2588400" cy="3358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4F0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97"/>
          <p:cNvSpPr/>
          <p:nvPr>
            <p:ph idx="2" type="pic"/>
          </p:nvPr>
        </p:nvSpPr>
        <p:spPr>
          <a:xfrm>
            <a:off x="629550" y="1066625"/>
            <a:ext cx="2187300" cy="2923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nders">
  <p:cSld name="CUSTOM_13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98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rtl="0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rtl="0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rtl="0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rtl="0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rtl="0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rtl="0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rtl="0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rtl="0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6" name="Google Shape;776;p98"/>
          <p:cNvSpPr/>
          <p:nvPr>
            <p:ph idx="2" type="pic"/>
          </p:nvPr>
        </p:nvSpPr>
        <p:spPr>
          <a:xfrm>
            <a:off x="9698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98"/>
          <p:cNvSpPr/>
          <p:nvPr>
            <p:ph idx="3" type="pic"/>
          </p:nvPr>
        </p:nvSpPr>
        <p:spPr>
          <a:xfrm>
            <a:off x="36631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98"/>
          <p:cNvSpPr/>
          <p:nvPr>
            <p:ph idx="4" type="pic"/>
          </p:nvPr>
        </p:nvSpPr>
        <p:spPr>
          <a:xfrm>
            <a:off x="63564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779" name="Google Shape;779;p98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80" name="Google Shape;780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98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2" name="Google Shape;782;p98"/>
          <p:cNvSpPr txBox="1"/>
          <p:nvPr>
            <p:ph idx="1" type="subTitle"/>
          </p:nvPr>
        </p:nvSpPr>
        <p:spPr>
          <a:xfrm>
            <a:off x="5861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783" name="Google Shape;783;p98"/>
          <p:cNvSpPr txBox="1"/>
          <p:nvPr>
            <p:ph idx="5" type="subTitle"/>
          </p:nvPr>
        </p:nvSpPr>
        <p:spPr>
          <a:xfrm>
            <a:off x="32794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784" name="Google Shape;784;p98"/>
          <p:cNvSpPr txBox="1"/>
          <p:nvPr>
            <p:ph idx="6" type="subTitle"/>
          </p:nvPr>
        </p:nvSpPr>
        <p:spPr>
          <a:xfrm>
            <a:off x="59727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785" name="Google Shape;785;p98"/>
          <p:cNvSpPr txBox="1"/>
          <p:nvPr>
            <p:ph idx="7" type="subTitle"/>
          </p:nvPr>
        </p:nvSpPr>
        <p:spPr>
          <a:xfrm>
            <a:off x="5949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786" name="Google Shape;786;p98"/>
          <p:cNvSpPr txBox="1"/>
          <p:nvPr>
            <p:ph idx="8" type="subTitle"/>
          </p:nvPr>
        </p:nvSpPr>
        <p:spPr>
          <a:xfrm>
            <a:off x="32882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787" name="Google Shape;787;p98"/>
          <p:cNvSpPr txBox="1"/>
          <p:nvPr>
            <p:ph idx="9" type="subTitle"/>
          </p:nvPr>
        </p:nvSpPr>
        <p:spPr>
          <a:xfrm>
            <a:off x="59815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788" name="Google Shape;788;p98"/>
          <p:cNvSpPr/>
          <p:nvPr/>
        </p:nvSpPr>
        <p:spPr>
          <a:xfrm>
            <a:off x="969750" y="1532125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98"/>
          <p:cNvSpPr/>
          <p:nvPr/>
        </p:nvSpPr>
        <p:spPr>
          <a:xfrm>
            <a:off x="3663100" y="1544400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98"/>
          <p:cNvSpPr/>
          <p:nvPr/>
        </p:nvSpPr>
        <p:spPr>
          <a:xfrm>
            <a:off x="6356450" y="1544400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2">
  <p:cSld name="CUSTOM_14">
    <p:bg>
      <p:bgPr>
        <a:solidFill>
          <a:srgbClr val="F4F0FE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99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3" name="Google Shape;793;p99"/>
          <p:cNvSpPr/>
          <p:nvPr>
            <p:ph idx="2" type="pic"/>
          </p:nvPr>
        </p:nvSpPr>
        <p:spPr>
          <a:xfrm>
            <a:off x="9698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4" name="Google Shape;794;p99"/>
          <p:cNvSpPr/>
          <p:nvPr>
            <p:ph idx="3" type="pic"/>
          </p:nvPr>
        </p:nvSpPr>
        <p:spPr>
          <a:xfrm>
            <a:off x="36631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5" name="Google Shape;795;p99"/>
          <p:cNvSpPr/>
          <p:nvPr>
            <p:ph idx="4" type="pic"/>
          </p:nvPr>
        </p:nvSpPr>
        <p:spPr>
          <a:xfrm>
            <a:off x="6356450" y="1544400"/>
            <a:ext cx="1817700" cy="18177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796" name="Google Shape;796;p99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97" name="Google Shape;797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99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9" name="Google Shape;799;p99"/>
          <p:cNvSpPr txBox="1"/>
          <p:nvPr>
            <p:ph idx="1" type="subTitle"/>
          </p:nvPr>
        </p:nvSpPr>
        <p:spPr>
          <a:xfrm>
            <a:off x="5861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800" name="Google Shape;800;p99"/>
          <p:cNvSpPr txBox="1"/>
          <p:nvPr>
            <p:ph idx="5" type="subTitle"/>
          </p:nvPr>
        </p:nvSpPr>
        <p:spPr>
          <a:xfrm>
            <a:off x="32794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801" name="Google Shape;801;p99"/>
          <p:cNvSpPr txBox="1"/>
          <p:nvPr>
            <p:ph idx="6" type="subTitle"/>
          </p:nvPr>
        </p:nvSpPr>
        <p:spPr>
          <a:xfrm>
            <a:off x="5972750" y="3581600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700"/>
              <a:buFont typeface="Cairo SemiBold"/>
              <a:buNone/>
              <a:defRPr sz="17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500"/>
              <a:buFont typeface="Cairo SemiBold"/>
              <a:buNone/>
              <a:defRPr sz="1500"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802" name="Google Shape;802;p99"/>
          <p:cNvSpPr txBox="1"/>
          <p:nvPr>
            <p:ph idx="7" type="subTitle"/>
          </p:nvPr>
        </p:nvSpPr>
        <p:spPr>
          <a:xfrm>
            <a:off x="5949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03" name="Google Shape;803;p99"/>
          <p:cNvSpPr txBox="1"/>
          <p:nvPr>
            <p:ph idx="8" type="subTitle"/>
          </p:nvPr>
        </p:nvSpPr>
        <p:spPr>
          <a:xfrm>
            <a:off x="32882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04" name="Google Shape;804;p99"/>
          <p:cNvSpPr txBox="1"/>
          <p:nvPr>
            <p:ph idx="9" type="subTitle"/>
          </p:nvPr>
        </p:nvSpPr>
        <p:spPr>
          <a:xfrm>
            <a:off x="5981500" y="4184475"/>
            <a:ext cx="25851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05" name="Google Shape;805;p99"/>
          <p:cNvSpPr/>
          <p:nvPr/>
        </p:nvSpPr>
        <p:spPr>
          <a:xfrm>
            <a:off x="969750" y="1532125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99"/>
          <p:cNvSpPr/>
          <p:nvPr/>
        </p:nvSpPr>
        <p:spPr>
          <a:xfrm>
            <a:off x="3663100" y="1544400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99"/>
          <p:cNvSpPr/>
          <p:nvPr/>
        </p:nvSpPr>
        <p:spPr>
          <a:xfrm>
            <a:off x="6356450" y="1544400"/>
            <a:ext cx="1817700" cy="18177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2 1">
  <p:cSld name="CUSTOM_14_1">
    <p:bg>
      <p:bgPr>
        <a:solidFill>
          <a:srgbClr val="F4F0FE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00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0" name="Google Shape;810;p100"/>
          <p:cNvSpPr/>
          <p:nvPr>
            <p:ph idx="2" type="pic"/>
          </p:nvPr>
        </p:nvSpPr>
        <p:spPr>
          <a:xfrm>
            <a:off x="324235" y="1814255"/>
            <a:ext cx="1548000" cy="154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1" name="Google Shape;811;p100"/>
          <p:cNvSpPr/>
          <p:nvPr>
            <p:ph idx="3" type="pic"/>
          </p:nvPr>
        </p:nvSpPr>
        <p:spPr>
          <a:xfrm>
            <a:off x="2496541" y="1803796"/>
            <a:ext cx="1548000" cy="154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2" name="Google Shape;812;p100"/>
          <p:cNvSpPr/>
          <p:nvPr>
            <p:ph idx="4" type="pic"/>
          </p:nvPr>
        </p:nvSpPr>
        <p:spPr>
          <a:xfrm>
            <a:off x="4819177" y="1813975"/>
            <a:ext cx="1548000" cy="15480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813" name="Google Shape;813;p100"/>
          <p:cNvCxnSpPr/>
          <p:nvPr/>
        </p:nvCxnSpPr>
        <p:spPr>
          <a:xfrm>
            <a:off x="-23950" y="1195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4" name="Google Shape;814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4249" y="485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100"/>
          <p:cNvSpPr txBox="1"/>
          <p:nvPr>
            <p:ph type="title"/>
          </p:nvPr>
        </p:nvSpPr>
        <p:spPr>
          <a:xfrm>
            <a:off x="300525" y="306300"/>
            <a:ext cx="68097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4200"/>
              <a:buFont typeface="Cairo"/>
              <a:buNone/>
              <a:defRPr b="1" sz="42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6" name="Google Shape;816;p100"/>
          <p:cNvSpPr txBox="1"/>
          <p:nvPr>
            <p:ph idx="1" type="subTitle"/>
          </p:nvPr>
        </p:nvSpPr>
        <p:spPr>
          <a:xfrm>
            <a:off x="324150" y="3571275"/>
            <a:ext cx="1548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817" name="Google Shape;817;p100"/>
          <p:cNvSpPr txBox="1"/>
          <p:nvPr>
            <p:ph idx="5" type="subTitle"/>
          </p:nvPr>
        </p:nvSpPr>
        <p:spPr>
          <a:xfrm>
            <a:off x="2496550" y="3571275"/>
            <a:ext cx="1548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818" name="Google Shape;818;p100"/>
          <p:cNvSpPr txBox="1"/>
          <p:nvPr>
            <p:ph idx="6" type="subTitle"/>
          </p:nvPr>
        </p:nvSpPr>
        <p:spPr>
          <a:xfrm>
            <a:off x="4819175" y="3571275"/>
            <a:ext cx="1548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819" name="Google Shape;819;p100"/>
          <p:cNvSpPr txBox="1"/>
          <p:nvPr>
            <p:ph idx="7" type="subTitle"/>
          </p:nvPr>
        </p:nvSpPr>
        <p:spPr>
          <a:xfrm>
            <a:off x="300525" y="4358150"/>
            <a:ext cx="1548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20" name="Google Shape;820;p100"/>
          <p:cNvSpPr txBox="1"/>
          <p:nvPr>
            <p:ph idx="8" type="subTitle"/>
          </p:nvPr>
        </p:nvSpPr>
        <p:spPr>
          <a:xfrm>
            <a:off x="2496550" y="4358150"/>
            <a:ext cx="1548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21" name="Google Shape;821;p100"/>
          <p:cNvSpPr txBox="1"/>
          <p:nvPr>
            <p:ph idx="9" type="subTitle"/>
          </p:nvPr>
        </p:nvSpPr>
        <p:spPr>
          <a:xfrm>
            <a:off x="4819175" y="4358150"/>
            <a:ext cx="1548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22" name="Google Shape;822;p100"/>
          <p:cNvSpPr/>
          <p:nvPr/>
        </p:nvSpPr>
        <p:spPr>
          <a:xfrm>
            <a:off x="324150" y="1803803"/>
            <a:ext cx="1548000" cy="15480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00"/>
          <p:cNvSpPr/>
          <p:nvPr/>
        </p:nvSpPr>
        <p:spPr>
          <a:xfrm>
            <a:off x="2496498" y="1803796"/>
            <a:ext cx="1548000" cy="15480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00"/>
          <p:cNvSpPr/>
          <p:nvPr/>
        </p:nvSpPr>
        <p:spPr>
          <a:xfrm>
            <a:off x="4819177" y="1813975"/>
            <a:ext cx="1548000" cy="15480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00"/>
          <p:cNvSpPr/>
          <p:nvPr>
            <p:ph idx="13" type="pic"/>
          </p:nvPr>
        </p:nvSpPr>
        <p:spPr>
          <a:xfrm>
            <a:off x="7095327" y="1814250"/>
            <a:ext cx="1548000" cy="154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6" name="Google Shape;826;p100"/>
          <p:cNvSpPr txBox="1"/>
          <p:nvPr>
            <p:ph idx="14" type="subTitle"/>
          </p:nvPr>
        </p:nvSpPr>
        <p:spPr>
          <a:xfrm>
            <a:off x="7095325" y="3571275"/>
            <a:ext cx="1548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46AF9"/>
              </a:buClr>
              <a:buSzPts val="1400"/>
              <a:buFont typeface="Cairo SemiBold"/>
              <a:buNone/>
              <a:defRPr>
                <a:solidFill>
                  <a:srgbClr val="946AF9"/>
                </a:solidFill>
                <a:latin typeface="Cairo SemiBold"/>
                <a:ea typeface="Cairo SemiBold"/>
                <a:cs typeface="Cairo SemiBold"/>
                <a:sym typeface="Cairo SemiBold"/>
              </a:defRPr>
            </a:lvl9pPr>
          </a:lstStyle>
          <a:p/>
        </p:txBody>
      </p:sp>
      <p:sp>
        <p:nvSpPr>
          <p:cNvPr id="827" name="Google Shape;827;p100"/>
          <p:cNvSpPr txBox="1"/>
          <p:nvPr>
            <p:ph idx="15" type="subTitle"/>
          </p:nvPr>
        </p:nvSpPr>
        <p:spPr>
          <a:xfrm>
            <a:off x="7095325" y="4358150"/>
            <a:ext cx="1548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28" name="Google Shape;828;p100"/>
          <p:cNvSpPr/>
          <p:nvPr/>
        </p:nvSpPr>
        <p:spPr>
          <a:xfrm>
            <a:off x="7095327" y="1814250"/>
            <a:ext cx="1548000" cy="1548000"/>
          </a:xfrm>
          <a:prstGeom prst="ellipse">
            <a:avLst/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43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56.xml"/><Relationship Id="rId41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35.xml"/><Relationship Id="rId43" Type="http://schemas.openxmlformats.org/officeDocument/2006/relationships/theme" Target="../theme/theme3.xml"/><Relationship Id="rId24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2.xml"/><Relationship Id="rId27" Type="http://schemas.openxmlformats.org/officeDocument/2006/relationships/slideLayout" Target="../slideLayouts/slideLayout41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27.xml"/><Relationship Id="rId35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26.xml"/><Relationship Id="rId3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29.xml"/><Relationship Id="rId37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31.xml"/><Relationship Id="rId39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30.xml"/><Relationship Id="rId38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2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76.xml"/><Relationship Id="rId42" Type="http://schemas.openxmlformats.org/officeDocument/2006/relationships/theme" Target="../theme/theme4.xml"/><Relationship Id="rId41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79.xml"/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85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87.xml"/><Relationship Id="rId30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73.xml"/><Relationship Id="rId39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0">
          <p15:clr>
            <a:srgbClr val="EA4335"/>
          </p15:clr>
        </p15:guide>
        <p15:guide id="2" pos="5570">
          <p15:clr>
            <a:srgbClr val="EA4335"/>
          </p15:clr>
        </p15:guide>
        <p15:guide id="3" orient="horz" pos="190">
          <p15:clr>
            <a:srgbClr val="EA4335"/>
          </p15:clr>
        </p15:guide>
        <p15:guide id="4" orient="horz" pos="3053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9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  <p:sldLayoutId id="2147483732" r:id="rId29"/>
    <p:sldLayoutId id="2147483733" r:id="rId30"/>
    <p:sldLayoutId id="2147483734" r:id="rId31"/>
    <p:sldLayoutId id="2147483735" r:id="rId32"/>
    <p:sldLayoutId id="2147483736" r:id="rId33"/>
    <p:sldLayoutId id="2147483737" r:id="rId34"/>
    <p:sldLayoutId id="2147483738" r:id="rId35"/>
    <p:sldLayoutId id="2147483739" r:id="rId36"/>
    <p:sldLayoutId id="2147483740" r:id="rId37"/>
    <p:sldLayoutId id="2147483741" r:id="rId38"/>
    <p:sldLayoutId id="2147483742" r:id="rId39"/>
    <p:sldLayoutId id="2147483743" r:id="rId40"/>
    <p:sldLayoutId id="2147483744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0">
          <p15:clr>
            <a:srgbClr val="EA4335"/>
          </p15:clr>
        </p15:guide>
        <p15:guide id="2" pos="5570">
          <p15:clr>
            <a:srgbClr val="EA4335"/>
          </p15:clr>
        </p15:guide>
        <p15:guide id="3" orient="horz" pos="190">
          <p15:clr>
            <a:srgbClr val="EA4335"/>
          </p15:clr>
        </p15:guide>
        <p15:guide id="4" orient="horz" pos="305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hl7.org/fhir/us/core/STU6.1/uscdi.html" TargetMode="External"/><Relationship Id="rId4" Type="http://schemas.openxmlformats.org/officeDocument/2006/relationships/hyperlink" Target="https://www.healthit.gov/isa/united-states-core-data-interoperability-uscdi#uscdi-v3" TargetMode="External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hyperlink" Target="https://www.medplum.com/docs/charting/capturing-vital-signs" TargetMode="External"/><Relationship Id="rId5" Type="http://schemas.openxmlformats.org/officeDocument/2006/relationships/hyperlink" Target="https://www.medplum.com/docs/careplans/reference-ranges" TargetMode="External"/><Relationship Id="rId6" Type="http://schemas.openxmlformats.org/officeDocument/2006/relationships/hyperlink" Target="https://www.medplum.com/docs/careplans/loinc" TargetMode="External"/><Relationship Id="rId7" Type="http://schemas.openxmlformats.org/officeDocument/2006/relationships/hyperlink" Target="https://www.medplum.com/docs/api/fhir/resources/observation" TargetMode="External"/><Relationship Id="rId8" Type="http://schemas.openxmlformats.org/officeDocument/2006/relationships/hyperlink" Target="https://www.medplum.com/docs/careplans/loinc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medplum.com/docs/api/fhir/resources/encounter" TargetMode="External"/><Relationship Id="rId4" Type="http://schemas.openxmlformats.org/officeDocument/2006/relationships/hyperlink" Target="https://www.medplum.com/docs/api/fhir/resources/clinicalimpression" TargetMode="External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medplum-www-git-kevin-insurance-eligibility-check-medplum.vercel.app/docs/api/fhir/resources/careplan" TargetMode="External"/><Relationship Id="rId4" Type="http://schemas.openxmlformats.org/officeDocument/2006/relationships/hyperlink" Target="https://medplum-www-git-kevin-insurance-eligibility-check-medplum.vercel.app/docs/api/fhir/resources/plandefinition" TargetMode="External"/><Relationship Id="rId9" Type="http://schemas.openxmlformats.org/officeDocument/2006/relationships/hyperlink" Target="https://www.medplum.com/docs/api/fhir/resources/goal" TargetMode="External"/><Relationship Id="rId5" Type="http://schemas.openxmlformats.org/officeDocument/2006/relationships/hyperlink" Target="https://medplum-www-git-kevin-insurance-eligibility-check-medplum.vercel.app/docs/api/fhir/resources/requestgroup" TargetMode="External"/><Relationship Id="rId6" Type="http://schemas.openxmlformats.org/officeDocument/2006/relationships/hyperlink" Target="https://www.medplum.com/docs/api/fhir/resources/task" TargetMode="External"/><Relationship Id="rId7" Type="http://schemas.openxmlformats.org/officeDocument/2006/relationships/hyperlink" Target="https://www.medplum.com/docs/careplans/tasks" TargetMode="External"/><Relationship Id="rId8" Type="http://schemas.openxmlformats.org/officeDocument/2006/relationships/hyperlink" Target="https://github.com/medplum/medplum/tree/main/examples/medplum-task-demo" TargetMode="External"/><Relationship Id="rId10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medplum.com/docs/api/fhir/resources/questionnaire" TargetMode="External"/><Relationship Id="rId4" Type="http://schemas.openxmlformats.org/officeDocument/2006/relationships/hyperlink" Target="https://lhcformbuilder.nlm.nih.gov/" TargetMode="External"/><Relationship Id="rId9" Type="http://schemas.openxmlformats.org/officeDocument/2006/relationships/hyperlink" Target="https://www.medplum.com/docs/api/fhir/resources/condition" TargetMode="External"/><Relationship Id="rId5" Type="http://schemas.openxmlformats.org/officeDocument/2006/relationships/hyperlink" Target="https://www.medplum.com/docs/api/fhir/resources/questionnaireresponse" TargetMode="External"/><Relationship Id="rId6" Type="http://schemas.openxmlformats.org/officeDocument/2006/relationships/hyperlink" Target="https://www.medplum.com/docs/api/fhir/resources/observation" TargetMode="External"/><Relationship Id="rId7" Type="http://schemas.openxmlformats.org/officeDocument/2006/relationships/hyperlink" Target="https://www.medplum.com/docs/api/fhir/resources/riskassessment" TargetMode="External"/><Relationship Id="rId8" Type="http://schemas.openxmlformats.org/officeDocument/2006/relationships/hyperlink" Target="https://www.medplum.com/docs/bots/bot-for-questionnaire-response" TargetMode="External"/><Relationship Id="rId10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medplum.com/docs/api/fhir/resources/careteam?section=schema" TargetMode="External"/><Relationship Id="rId4" Type="http://schemas.openxmlformats.org/officeDocument/2006/relationships/hyperlink" Target="https://www.medplum.com/docs/api/fhir/resources/practitioner" TargetMode="External"/><Relationship Id="rId5" Type="http://schemas.openxmlformats.org/officeDocument/2006/relationships/hyperlink" Target="https://www.medplum.com/docs/auth/user-management-guide#profiles" TargetMode="Externa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3" name="Google Shape;833;p101"/>
          <p:cNvPicPr preferRelativeResize="0"/>
          <p:nvPr/>
        </p:nvPicPr>
        <p:blipFill rotWithShape="1">
          <a:blip r:embed="rId3">
            <a:alphaModFix/>
          </a:blip>
          <a:srcRect b="17877" l="52655" r="45566" t="19285"/>
          <a:stretch/>
        </p:blipFill>
        <p:spPr>
          <a:xfrm>
            <a:off x="4176650" y="1791250"/>
            <a:ext cx="94900" cy="11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101"/>
          <p:cNvPicPr preferRelativeResize="0"/>
          <p:nvPr/>
        </p:nvPicPr>
        <p:blipFill rotWithShape="1">
          <a:blip r:embed="rId3">
            <a:alphaModFix/>
          </a:blip>
          <a:srcRect b="19989" l="61937" r="10861" t="24640"/>
          <a:stretch/>
        </p:blipFill>
        <p:spPr>
          <a:xfrm>
            <a:off x="4731225" y="1860587"/>
            <a:ext cx="1451425" cy="10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101"/>
          <p:cNvSpPr txBox="1"/>
          <p:nvPr/>
        </p:nvSpPr>
        <p:spPr>
          <a:xfrm>
            <a:off x="311700" y="3436725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Workshop</a:t>
            </a:r>
            <a:endParaRPr b="1" sz="3600">
              <a:solidFill>
                <a:srgbClr val="000000"/>
              </a:solidFill>
            </a:endParaRPr>
          </a:p>
        </p:txBody>
      </p:sp>
      <p:pic>
        <p:nvPicPr>
          <p:cNvPr id="836" name="Google Shape;836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7075" y="2081200"/>
            <a:ext cx="2444050" cy="7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02"/>
          <p:cNvSpPr txBox="1"/>
          <p:nvPr/>
        </p:nvSpPr>
        <p:spPr>
          <a:xfrm>
            <a:off x="304800" y="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8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Agenda</a:t>
            </a:r>
            <a:endParaRPr b="0" i="0" sz="2800" u="none" cap="none" strike="noStrike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42" name="Google Shape;842;p102"/>
          <p:cNvSpPr txBox="1"/>
          <p:nvPr/>
        </p:nvSpPr>
        <p:spPr>
          <a:xfrm>
            <a:off x="205700" y="1428325"/>
            <a:ext cx="8444100" cy="3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100"/>
              <a:buFont typeface="Cairo"/>
              <a:buAutoNum type="arabicPeriod"/>
            </a:pPr>
            <a:r>
              <a:rPr lang="en" sz="20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Enterprise Workshop Overview</a:t>
            </a:r>
            <a:endParaRPr sz="22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100"/>
              <a:buFont typeface="Cairo"/>
              <a:buAutoNum type="arabicPeriod"/>
            </a:pPr>
            <a:r>
              <a:rPr lang="en" sz="20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Clinical Concept Review</a:t>
            </a:r>
            <a:endParaRPr sz="20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000"/>
              <a:buFont typeface="Cairo"/>
              <a:buAutoNum type="arabicPeriod"/>
            </a:pPr>
            <a:r>
              <a:rPr lang="en" sz="20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Additional Topics</a:t>
            </a:r>
            <a:endParaRPr sz="20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43" name="Google Shape;843;p102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4" name="Google Shape;844;p102"/>
          <p:cNvCxnSpPr/>
          <p:nvPr/>
        </p:nvCxnSpPr>
        <p:spPr>
          <a:xfrm>
            <a:off x="-23950" y="814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45" name="Google Shape;84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03"/>
          <p:cNvSpPr txBox="1"/>
          <p:nvPr/>
        </p:nvSpPr>
        <p:spPr>
          <a:xfrm>
            <a:off x="304800" y="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6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Medplum enterprise workshop is designed to accelerate time to business value</a:t>
            </a:r>
            <a:endParaRPr b="0" i="0" sz="2600" u="none" cap="none" strike="noStrike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51" name="Google Shape;851;p10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52" name="Google Shape;852;p103"/>
          <p:cNvCxnSpPr/>
          <p:nvPr/>
        </p:nvCxnSpPr>
        <p:spPr>
          <a:xfrm>
            <a:off x="-23950" y="814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53" name="Google Shape;853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103"/>
          <p:cNvSpPr txBox="1"/>
          <p:nvPr/>
        </p:nvSpPr>
        <p:spPr>
          <a:xfrm>
            <a:off x="364200" y="1323025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Purpose: 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Provide Medplum best practices for implementation, including: 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lang="en" sz="16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Data Design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lang="en" sz="16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Operational Strategy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lang="en" sz="16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Project Planning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Outcome Driven: 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Each session drives towards a concrete deliverable.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Custom tailored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Focused on your enterprise’s unique challenges. </a:t>
            </a:r>
            <a:endParaRPr i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04"/>
          <p:cNvSpPr txBox="1"/>
          <p:nvPr/>
        </p:nvSpPr>
        <p:spPr>
          <a:xfrm>
            <a:off x="304800" y="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6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A typical Medplum </a:t>
            </a:r>
            <a:r>
              <a:rPr b="1" lang="en" sz="26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implementation</a:t>
            </a:r>
            <a:r>
              <a:rPr b="1" lang="en" sz="26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 begins with clarifying your clinical concepts</a:t>
            </a:r>
            <a:endParaRPr b="0" i="0" sz="2600" u="none" cap="none" strike="noStrike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60" name="Google Shape;860;p104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61" name="Google Shape;861;p104"/>
          <p:cNvCxnSpPr/>
          <p:nvPr/>
        </p:nvCxnSpPr>
        <p:spPr>
          <a:xfrm>
            <a:off x="-23950" y="814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62" name="Google Shape;86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104"/>
          <p:cNvSpPr txBox="1"/>
          <p:nvPr/>
        </p:nvSpPr>
        <p:spPr>
          <a:xfrm>
            <a:off x="353925" y="1028025"/>
            <a:ext cx="81333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AutoNum type="arabicPeriod"/>
            </a:pP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Pick a vertical to migrate; migrate a sample set of </a:t>
            </a:r>
            <a:endParaRPr sz="1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AutoNum type="arabicPeriod"/>
            </a:pP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Map your clinical concepts to FHIR resources </a:t>
            </a:r>
            <a:endParaRPr sz="1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lphaLcPeriod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Define an Encounter model - how do you determine a unit of work for a physician? 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lphaLcPeriod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Define a CarePlan model - what are protocols for a patient from onboarding to “first unit of work” outcome? 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lphaLcPeriod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Ho`w to represent recurring patients, chronic or difficult cases, etc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rabicPeriod"/>
            </a:pP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Define your tenancy model - what information is shared between orgs and sub-orgs. How are clinical users managed and assigned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AutoNum type="arabicPeriod"/>
            </a:pP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Set up clinical workflows and determine physician review screens </a:t>
            </a:r>
            <a:endParaRPr sz="1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lphaLcPeriod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What happens before a patient gets seen, and after their patients get seen? 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lphaLcPeriod"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What clinical context does a physician need 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AutoNum type="arabicPeriod"/>
            </a:pP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Onboarding champion practitioners to Medplum flow. Identify alpha users who give good feedback and can champion product to team . Test auth and access </a:t>
            </a:r>
            <a:endParaRPr sz="1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AutoNum type="arabicPeriod"/>
            </a:pP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Future work: Automate notifications, reminders, etc </a:t>
            </a:r>
            <a:endParaRPr b="1"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05"/>
          <p:cNvSpPr txBox="1"/>
          <p:nvPr/>
        </p:nvSpPr>
        <p:spPr>
          <a:xfrm>
            <a:off x="387400" y="1235150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Data modeling consists of multiple layers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300"/>
              <a:buFont typeface="Cairo"/>
              <a:buChar char="○"/>
            </a:pPr>
            <a:r>
              <a:rPr b="1"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Structure: 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Which 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FHIR resources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map to the data elements you are storing?</a:t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300"/>
              <a:buFont typeface="Cairo"/>
              <a:buChar char="○"/>
            </a:pPr>
            <a:r>
              <a:rPr b="1"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Terminology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Which codes and code systems represent the specific concepts you are representing.</a:t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300"/>
              <a:buFont typeface="Cairo"/>
              <a:buChar char="○"/>
            </a:pPr>
            <a:r>
              <a:rPr b="1"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Lifecycle: 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What how to model different resource fields as they move through your workflow</a:t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Different communities publish 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implementation guides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- guidance on how to use the FHIR spec within a specific context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sz="15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3"/>
              </a:rPr>
              <a:t>US Core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-  Guidance from ONC on how to represent </a:t>
            </a:r>
            <a:r>
              <a:rPr lang="en" sz="15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4"/>
              </a:rPr>
              <a:t>USCDI Data Elements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within FHIR.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69" name="Google Shape;869;p105"/>
          <p:cNvSpPr txBox="1"/>
          <p:nvPr/>
        </p:nvSpPr>
        <p:spPr>
          <a:xfrm>
            <a:off x="304800" y="71025"/>
            <a:ext cx="7877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5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Data Modeling Process</a:t>
            </a:r>
            <a:endParaRPr b="1" sz="25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870" name="Google Shape;870;p105"/>
          <p:cNvCxnSpPr/>
          <p:nvPr/>
        </p:nvCxnSpPr>
        <p:spPr>
          <a:xfrm>
            <a:off x="-23950" y="738527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1" name="Google Shape;871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2" name="Google Shape;872;p105"/>
          <p:cNvGrpSpPr/>
          <p:nvPr/>
        </p:nvGrpSpPr>
        <p:grpSpPr>
          <a:xfrm>
            <a:off x="5990764" y="1953654"/>
            <a:ext cx="2678208" cy="2305056"/>
            <a:chOff x="5515900" y="1416125"/>
            <a:chExt cx="3219000" cy="2770500"/>
          </a:xfrm>
        </p:grpSpPr>
        <p:sp>
          <p:nvSpPr>
            <p:cNvPr id="873" name="Google Shape;873;p105"/>
            <p:cNvSpPr/>
            <p:nvPr/>
          </p:nvSpPr>
          <p:spPr>
            <a:xfrm>
              <a:off x="5515900" y="3263225"/>
              <a:ext cx="3219000" cy="923400"/>
            </a:xfrm>
            <a:prstGeom prst="trapezoid">
              <a:avLst>
                <a:gd fmla="val 58599" name="adj"/>
              </a:avLst>
            </a:prstGeom>
            <a:solidFill>
              <a:srgbClr val="7857C5">
                <a:alpha val="60000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05"/>
            <p:cNvSpPr/>
            <p:nvPr/>
          </p:nvSpPr>
          <p:spPr>
            <a:xfrm>
              <a:off x="6055400" y="2339675"/>
              <a:ext cx="2142300" cy="923400"/>
            </a:xfrm>
            <a:prstGeom prst="trapezoid">
              <a:avLst>
                <a:gd fmla="val 58599" name="adj"/>
              </a:avLst>
            </a:prstGeom>
            <a:solidFill>
              <a:srgbClr val="946AF9">
                <a:alpha val="60000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05"/>
            <p:cNvSpPr/>
            <p:nvPr/>
          </p:nvSpPr>
          <p:spPr>
            <a:xfrm>
              <a:off x="6592750" y="1416125"/>
              <a:ext cx="1065300" cy="923400"/>
            </a:xfrm>
            <a:prstGeom prst="triangle">
              <a:avLst>
                <a:gd fmla="val 50000" name="adj"/>
              </a:avLst>
            </a:prstGeom>
            <a:solidFill>
              <a:srgbClr val="40BC25">
                <a:alpha val="60000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6" name="Google Shape;876;p105"/>
          <p:cNvSpPr txBox="1"/>
          <p:nvPr/>
        </p:nvSpPr>
        <p:spPr>
          <a:xfrm>
            <a:off x="6739300" y="368045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Structure</a:t>
            </a:r>
            <a:endParaRPr sz="1200">
              <a:solidFill>
                <a:schemeClr val="dk2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  <p:sp>
        <p:nvSpPr>
          <p:cNvPr id="877" name="Google Shape;877;p105"/>
          <p:cNvSpPr txBox="1"/>
          <p:nvPr/>
        </p:nvSpPr>
        <p:spPr>
          <a:xfrm>
            <a:off x="6739300" y="292040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Terminology</a:t>
            </a:r>
            <a:endParaRPr sz="1200">
              <a:solidFill>
                <a:schemeClr val="dk2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  <p:sp>
        <p:nvSpPr>
          <p:cNvPr id="878" name="Google Shape;878;p105"/>
          <p:cNvSpPr txBox="1"/>
          <p:nvPr/>
        </p:nvSpPr>
        <p:spPr>
          <a:xfrm>
            <a:off x="6739325" y="236990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Lifecycle</a:t>
            </a:r>
            <a:endParaRPr sz="1200">
              <a:solidFill>
                <a:schemeClr val="dk2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06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884" name="Google Shape;884;p106"/>
          <p:cNvSpPr txBox="1"/>
          <p:nvPr>
            <p:ph type="title"/>
          </p:nvPr>
        </p:nvSpPr>
        <p:spPr>
          <a:xfrm>
            <a:off x="810000" y="1536150"/>
            <a:ext cx="2071200" cy="207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85" name="Google Shape;885;p106"/>
          <p:cNvSpPr txBox="1"/>
          <p:nvPr>
            <p:ph idx="2" type="title"/>
          </p:nvPr>
        </p:nvSpPr>
        <p:spPr>
          <a:xfrm>
            <a:off x="3199750" y="2045850"/>
            <a:ext cx="5362200" cy="11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Context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07"/>
          <p:cNvSpPr txBox="1"/>
          <p:nvPr/>
        </p:nvSpPr>
        <p:spPr>
          <a:xfrm>
            <a:off x="304800" y="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8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The Clinical Context Model</a:t>
            </a:r>
            <a:endParaRPr b="0" i="0" sz="2800" u="none" cap="none" strike="noStrike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91" name="Google Shape;891;p10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92" name="Google Shape;892;p107"/>
          <p:cNvCxnSpPr/>
          <p:nvPr/>
        </p:nvCxnSpPr>
        <p:spPr>
          <a:xfrm>
            <a:off x="-23950" y="814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3" name="Google Shape;893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200" y="926025"/>
            <a:ext cx="1657930" cy="41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107"/>
          <p:cNvSpPr/>
          <p:nvPr/>
        </p:nvSpPr>
        <p:spPr>
          <a:xfrm>
            <a:off x="1064125" y="2607999"/>
            <a:ext cx="1532100" cy="28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07"/>
          <p:cNvSpPr/>
          <p:nvPr/>
        </p:nvSpPr>
        <p:spPr>
          <a:xfrm>
            <a:off x="1064125" y="3300918"/>
            <a:ext cx="1532100" cy="28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07"/>
          <p:cNvSpPr/>
          <p:nvPr/>
        </p:nvSpPr>
        <p:spPr>
          <a:xfrm>
            <a:off x="1064125" y="2954455"/>
            <a:ext cx="1532100" cy="28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07"/>
          <p:cNvSpPr/>
          <p:nvPr/>
        </p:nvSpPr>
        <p:spPr>
          <a:xfrm>
            <a:off x="1064125" y="3647393"/>
            <a:ext cx="1532100" cy="28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07"/>
          <p:cNvSpPr/>
          <p:nvPr/>
        </p:nvSpPr>
        <p:spPr>
          <a:xfrm>
            <a:off x="1064125" y="3962300"/>
            <a:ext cx="1532100" cy="1014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0" name="Google Shape;900;p107"/>
          <p:cNvCxnSpPr/>
          <p:nvPr/>
        </p:nvCxnSpPr>
        <p:spPr>
          <a:xfrm flipH="1" rot="10800000">
            <a:off x="2710325" y="2103275"/>
            <a:ext cx="1544100" cy="63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107"/>
          <p:cNvCxnSpPr/>
          <p:nvPr/>
        </p:nvCxnSpPr>
        <p:spPr>
          <a:xfrm flipH="1" rot="10800000">
            <a:off x="2710325" y="2604700"/>
            <a:ext cx="1552800" cy="5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107"/>
          <p:cNvCxnSpPr/>
          <p:nvPr/>
        </p:nvCxnSpPr>
        <p:spPr>
          <a:xfrm flipH="1" rot="10800000">
            <a:off x="2710325" y="3173275"/>
            <a:ext cx="1552800" cy="3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107"/>
          <p:cNvCxnSpPr/>
          <p:nvPr/>
        </p:nvCxnSpPr>
        <p:spPr>
          <a:xfrm>
            <a:off x="2710325" y="3797300"/>
            <a:ext cx="16026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107"/>
          <p:cNvCxnSpPr/>
          <p:nvPr/>
        </p:nvCxnSpPr>
        <p:spPr>
          <a:xfrm flipH="1" rot="10800000">
            <a:off x="2710325" y="4129500"/>
            <a:ext cx="1625100" cy="43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5" name="Google Shape;905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4628" y="1629750"/>
            <a:ext cx="951789" cy="553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1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4625" y="2270305"/>
            <a:ext cx="925933" cy="462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10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4627" y="2955775"/>
            <a:ext cx="1129976" cy="46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10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84626" y="3797300"/>
            <a:ext cx="1197350" cy="46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08"/>
          <p:cNvSpPr txBox="1"/>
          <p:nvPr/>
        </p:nvSpPr>
        <p:spPr>
          <a:xfrm>
            <a:off x="304800" y="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8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The Clinical Context Model</a:t>
            </a:r>
            <a:endParaRPr b="0" i="0" sz="2800" u="none" cap="none" strike="noStrike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14" name="Google Shape;914;p108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15" name="Google Shape;915;p108"/>
          <p:cNvCxnSpPr/>
          <p:nvPr/>
        </p:nvCxnSpPr>
        <p:spPr>
          <a:xfrm>
            <a:off x="-23950" y="814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6" name="Google Shape;916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125" y="2186162"/>
            <a:ext cx="8283776" cy="13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09"/>
          <p:cNvSpPr txBox="1"/>
          <p:nvPr/>
        </p:nvSpPr>
        <p:spPr>
          <a:xfrm>
            <a:off x="304800" y="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6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Observation</a:t>
            </a:r>
            <a:endParaRPr b="0" i="0" sz="2600" u="none" cap="none" strike="noStrike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23" name="Google Shape;923;p109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24" name="Google Shape;924;p109"/>
          <p:cNvCxnSpPr/>
          <p:nvPr/>
        </p:nvCxnSpPr>
        <p:spPr>
          <a:xfrm>
            <a:off x="-23950" y="814250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5" name="Google Shape;925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109"/>
          <p:cNvSpPr txBox="1"/>
          <p:nvPr/>
        </p:nvSpPr>
        <p:spPr>
          <a:xfrm>
            <a:off x="5352125" y="1323025"/>
            <a:ext cx="2952900" cy="1248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Reference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4"/>
              </a:rPr>
              <a:t>Capturing Vital Signs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5"/>
              </a:rPr>
              <a:t>Reference Ranges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6"/>
              </a:rPr>
              <a:t>LOINC Codes</a:t>
            </a:r>
            <a:endParaRPr b="1"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27" name="Google Shape;927;p109"/>
          <p:cNvSpPr txBox="1"/>
          <p:nvPr/>
        </p:nvSpPr>
        <p:spPr>
          <a:xfrm>
            <a:off x="5396300" y="3080400"/>
            <a:ext cx="2952900" cy="16533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Applications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Vital Signs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Diagnostic Lab Results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Physical Patient Measurements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Smoking Status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28" name="Google Shape;928;p109"/>
          <p:cNvSpPr txBox="1"/>
          <p:nvPr/>
        </p:nvSpPr>
        <p:spPr>
          <a:xfrm>
            <a:off x="213250" y="1207700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900"/>
              <a:buFont typeface="Cairo"/>
              <a:buChar char="●"/>
            </a:pPr>
            <a:r>
              <a:rPr b="1" lang="en" sz="18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7"/>
              </a:rPr>
              <a:t>Observation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Structured representations of 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point-in-time clinical measurement.</a:t>
            </a:r>
            <a:endParaRPr b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Can be 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quantitative 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(e.g. heart rate) or 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qualitative 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(e.g. eye color).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Records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Type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Value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Interpretation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Reference range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Use </a:t>
            </a:r>
            <a:r>
              <a:rPr lang="en" sz="18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8"/>
              </a:rPr>
              <a:t>LOINC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codes for compliance, billing, and reporting.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10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934" name="Google Shape;934;p110"/>
          <p:cNvSpPr txBox="1"/>
          <p:nvPr>
            <p:ph type="title"/>
          </p:nvPr>
        </p:nvSpPr>
        <p:spPr>
          <a:xfrm>
            <a:off x="810000" y="1536150"/>
            <a:ext cx="2071200" cy="207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35" name="Google Shape;935;p110"/>
          <p:cNvSpPr txBox="1"/>
          <p:nvPr>
            <p:ph idx="2" type="title"/>
          </p:nvPr>
        </p:nvSpPr>
        <p:spPr>
          <a:xfrm>
            <a:off x="3199750" y="2045850"/>
            <a:ext cx="5362200" cy="11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Encounters &amp; Charting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11"/>
          <p:cNvSpPr txBox="1"/>
          <p:nvPr/>
        </p:nvSpPr>
        <p:spPr>
          <a:xfrm>
            <a:off x="304800" y="71025"/>
            <a:ext cx="7877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5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Encounters</a:t>
            </a:r>
            <a:endParaRPr b="1" sz="25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941" name="Google Shape;941;p111"/>
          <p:cNvCxnSpPr/>
          <p:nvPr/>
        </p:nvCxnSpPr>
        <p:spPr>
          <a:xfrm>
            <a:off x="-23950" y="738527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2" name="Google Shape;942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111"/>
          <p:cNvPicPr preferRelativeResize="0"/>
          <p:nvPr/>
        </p:nvPicPr>
        <p:blipFill rotWithShape="1">
          <a:blip r:embed="rId4">
            <a:alphaModFix/>
          </a:blip>
          <a:srcRect b="14397" l="0" r="0" t="14082"/>
          <a:stretch/>
        </p:blipFill>
        <p:spPr>
          <a:xfrm>
            <a:off x="2056150" y="955825"/>
            <a:ext cx="5049201" cy="39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12"/>
          <p:cNvSpPr txBox="1"/>
          <p:nvPr/>
        </p:nvSpPr>
        <p:spPr>
          <a:xfrm>
            <a:off x="213250" y="1323025"/>
            <a:ext cx="39942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3"/>
              </a:rPr>
              <a:t>Encounter</a:t>
            </a:r>
            <a:r>
              <a:rPr lang="en">
                <a:latin typeface="Cairo"/>
                <a:ea typeface="Cairo"/>
                <a:cs typeface="Cairo"/>
                <a:sym typeface="Cairo"/>
              </a:rPr>
              <a:t>: Primary tracking resource for a visit (in-person or virtual)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lang="en" sz="1200">
                <a:latin typeface="Cairo"/>
                <a:ea typeface="Cairo"/>
                <a:cs typeface="Cairo"/>
                <a:sym typeface="Cairo"/>
              </a:rPr>
              <a:t>Annotate with CPT &amp; ICD-10 codes for billing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iro"/>
              <a:buChar char="●"/>
            </a:pPr>
            <a:r>
              <a:rPr b="1" lang="en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4"/>
              </a:rPr>
              <a:t>ClinicalImpression</a:t>
            </a:r>
            <a:r>
              <a:rPr b="1" lang="en"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">
                <a:latin typeface="Cairo"/>
                <a:ea typeface="Cairo"/>
                <a:cs typeface="Cairo"/>
                <a:sym typeface="Cairo"/>
              </a:rPr>
              <a:t>Medplum-advised resource for recording unstructured notes 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49" name="Google Shape;949;p112"/>
          <p:cNvSpPr txBox="1"/>
          <p:nvPr/>
        </p:nvSpPr>
        <p:spPr>
          <a:xfrm>
            <a:off x="304800" y="71025"/>
            <a:ext cx="7877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5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Encounters</a:t>
            </a:r>
            <a:endParaRPr b="1" sz="25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950" name="Google Shape;950;p112"/>
          <p:cNvCxnSpPr/>
          <p:nvPr/>
        </p:nvCxnSpPr>
        <p:spPr>
          <a:xfrm>
            <a:off x="-23950" y="738527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51" name="Google Shape;951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13"/>
          <p:cNvSpPr txBox="1"/>
          <p:nvPr/>
        </p:nvSpPr>
        <p:spPr>
          <a:xfrm>
            <a:off x="304800" y="71025"/>
            <a:ext cx="7877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5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Asynchronous Encounters</a:t>
            </a:r>
            <a:endParaRPr b="1" sz="25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957" name="Google Shape;957;p113"/>
          <p:cNvCxnSpPr/>
          <p:nvPr/>
        </p:nvCxnSpPr>
        <p:spPr>
          <a:xfrm>
            <a:off x="-23950" y="738527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58" name="Google Shape;958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2250" y="2186374"/>
            <a:ext cx="6959498" cy="13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14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965" name="Google Shape;965;p114"/>
          <p:cNvSpPr txBox="1"/>
          <p:nvPr>
            <p:ph idx="2" type="title"/>
          </p:nvPr>
        </p:nvSpPr>
        <p:spPr>
          <a:xfrm>
            <a:off x="3199750" y="2045850"/>
            <a:ext cx="5362200" cy="11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Care Plans</a:t>
            </a:r>
            <a:endParaRPr/>
          </a:p>
        </p:txBody>
      </p:sp>
      <p:sp>
        <p:nvSpPr>
          <p:cNvPr id="966" name="Google Shape;966;p114"/>
          <p:cNvSpPr txBox="1"/>
          <p:nvPr>
            <p:ph type="title"/>
          </p:nvPr>
        </p:nvSpPr>
        <p:spPr>
          <a:xfrm>
            <a:off x="810000" y="1536150"/>
            <a:ext cx="2071200" cy="207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115"/>
          <p:cNvPicPr preferRelativeResize="0"/>
          <p:nvPr/>
        </p:nvPicPr>
        <p:blipFill rotWithShape="1">
          <a:blip r:embed="rId3">
            <a:alphaModFix/>
          </a:blip>
          <a:srcRect b="14874" l="0" r="0" t="14902"/>
          <a:stretch/>
        </p:blipFill>
        <p:spPr>
          <a:xfrm>
            <a:off x="968018" y="0"/>
            <a:ext cx="7207963" cy="49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16"/>
          <p:cNvSpPr txBox="1"/>
          <p:nvPr/>
        </p:nvSpPr>
        <p:spPr>
          <a:xfrm>
            <a:off x="4556650" y="1323025"/>
            <a:ext cx="33462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3"/>
              </a:rPr>
              <a:t>CarePlan</a:t>
            </a:r>
            <a:r>
              <a:rPr lang="en">
                <a:latin typeface="Cairo"/>
                <a:ea typeface="Cairo"/>
                <a:cs typeface="Cairo"/>
                <a:sym typeface="Cairo"/>
              </a:rPr>
              <a:t>: Grouping resource to organize a group of Tasks for each patient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lang="en">
                <a:latin typeface="Cairo"/>
                <a:ea typeface="Cairo"/>
                <a:cs typeface="Cairo"/>
                <a:sym typeface="Cairo"/>
              </a:rPr>
              <a:t>Advanced Care Planning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b="1" lang="en" sz="12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4"/>
              </a:rPr>
              <a:t>PlanDefinition</a:t>
            </a:r>
            <a:r>
              <a:rPr b="1" lang="en" sz="1200"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" sz="1200">
                <a:latin typeface="Cairo"/>
                <a:ea typeface="Cairo"/>
                <a:cs typeface="Cairo"/>
                <a:sym typeface="Cairo"/>
              </a:rPr>
              <a:t>Defines a clinical protocol that can be implemented per-patient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b="1" lang="en" sz="12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5"/>
              </a:rPr>
              <a:t>RequestGroup</a:t>
            </a:r>
            <a:r>
              <a:rPr lang="en" sz="1200">
                <a:latin typeface="Cairo"/>
                <a:ea typeface="Cairo"/>
                <a:cs typeface="Cairo"/>
                <a:sym typeface="Cairo"/>
              </a:rPr>
              <a:t>: Can define complex relationships between Tasks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iro"/>
              <a:buChar char="■"/>
            </a:pPr>
            <a:r>
              <a:rPr lang="en" sz="1000">
                <a:latin typeface="Cairo"/>
                <a:ea typeface="Cairo"/>
                <a:cs typeface="Cairo"/>
                <a:sym typeface="Cairo"/>
              </a:rPr>
              <a:t>Temporal relationships</a:t>
            </a:r>
            <a:endParaRPr sz="1000">
              <a:latin typeface="Cairo"/>
              <a:ea typeface="Cairo"/>
              <a:cs typeface="Cairo"/>
              <a:sym typeface="Cairo"/>
            </a:endParaRPr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iro"/>
              <a:buChar char="■"/>
            </a:pPr>
            <a:r>
              <a:rPr lang="en" sz="1000">
                <a:latin typeface="Cairo"/>
                <a:ea typeface="Cairo"/>
                <a:cs typeface="Cairo"/>
                <a:sym typeface="Cairo"/>
              </a:rPr>
              <a:t>Recurring Tasks</a:t>
            </a:r>
            <a:endParaRPr sz="1000">
              <a:latin typeface="Cairo"/>
              <a:ea typeface="Cairo"/>
              <a:cs typeface="Cairo"/>
              <a:sym typeface="Cairo"/>
            </a:endParaRPr>
          </a:p>
          <a:p>
            <a:pPr indent="-2921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iro"/>
              <a:buChar char="■"/>
            </a:pPr>
            <a:r>
              <a:rPr lang="en" sz="1000">
                <a:latin typeface="Cairo"/>
                <a:ea typeface="Cairo"/>
                <a:cs typeface="Cairo"/>
                <a:sym typeface="Cairo"/>
              </a:rPr>
              <a:t>Mutually Exclusive Tasks</a:t>
            </a:r>
            <a:endParaRPr sz="1000">
              <a:latin typeface="Cairo"/>
              <a:ea typeface="Cairo"/>
              <a:cs typeface="Cairo"/>
              <a:sym typeface="Cair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iro"/>
              <a:buChar char="●"/>
            </a:pPr>
            <a:r>
              <a:rPr lang="en">
                <a:latin typeface="Cairo"/>
                <a:ea typeface="Cairo"/>
                <a:cs typeface="Cairo"/>
                <a:sym typeface="Cairo"/>
              </a:rPr>
              <a:t>Use Bots to update CarePlans based on business logic and data definitions</a:t>
            </a:r>
            <a:endParaRPr sz="100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7" name="Google Shape;977;p116"/>
          <p:cNvSpPr txBox="1"/>
          <p:nvPr/>
        </p:nvSpPr>
        <p:spPr>
          <a:xfrm>
            <a:off x="213250" y="1323025"/>
            <a:ext cx="33462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6"/>
              </a:rPr>
              <a:t>Task</a:t>
            </a:r>
            <a:r>
              <a:rPr lang="en">
                <a:latin typeface="Cairo"/>
                <a:ea typeface="Cairo"/>
                <a:cs typeface="Cairo"/>
                <a:sym typeface="Cairo"/>
              </a:rPr>
              <a:t>: Workhorse resource defining all clinical work items to be completed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lang="en" sz="1200">
                <a:latin typeface="Cairo"/>
                <a:ea typeface="Cairo"/>
                <a:cs typeface="Cairo"/>
                <a:sym typeface="Cairo"/>
              </a:rPr>
              <a:t>Tasks can be assigned to an individual practitioner, or to given practitioner role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lang="en" sz="1200">
                <a:latin typeface="Cairo"/>
                <a:ea typeface="Cairo"/>
                <a:cs typeface="Cairo"/>
                <a:sym typeface="Cairo"/>
              </a:rPr>
              <a:t>Task.focus defines the resource that requires action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lang="en" sz="1200">
                <a:latin typeface="Cairo"/>
                <a:ea typeface="Cairo"/>
                <a:cs typeface="Cairo"/>
                <a:sym typeface="Cairo"/>
              </a:rPr>
              <a:t>See the </a:t>
            </a:r>
            <a:r>
              <a:rPr lang="en" sz="12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7"/>
              </a:rPr>
              <a:t>Task Management Guide</a:t>
            </a:r>
            <a:r>
              <a:rPr lang="en" sz="1200">
                <a:latin typeface="Cairo"/>
                <a:ea typeface="Cairo"/>
                <a:cs typeface="Cairo"/>
                <a:sym typeface="Cairo"/>
              </a:rPr>
              <a:t> for more details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lang="en" sz="12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8"/>
              </a:rPr>
              <a:t>Task Application Demo</a:t>
            </a:r>
            <a:endParaRPr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9"/>
              </a:rPr>
              <a:t>Goal</a:t>
            </a:r>
            <a:r>
              <a:rPr b="1" lang="en"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">
                <a:latin typeface="Cairo"/>
                <a:ea typeface="Cairo"/>
                <a:cs typeface="Cairo"/>
                <a:sym typeface="Cairo"/>
              </a:rPr>
              <a:t>Resource to define measurable target to achieve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lang="en" sz="1200">
                <a:latin typeface="Cairo"/>
                <a:ea typeface="Cairo"/>
                <a:cs typeface="Cairo"/>
                <a:sym typeface="Cairo"/>
              </a:rPr>
              <a:t>Use LOINC Codes to define target measure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lang="en" sz="1200">
                <a:latin typeface="Cairo"/>
                <a:ea typeface="Cairo"/>
                <a:cs typeface="Cairo"/>
                <a:sym typeface="Cairo"/>
              </a:rPr>
              <a:t>Optionally set a target due date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lang="en" sz="1200">
                <a:latin typeface="Cairo"/>
                <a:ea typeface="Cairo"/>
                <a:cs typeface="Cairo"/>
                <a:sym typeface="Cairo"/>
              </a:rPr>
              <a:t>A CarePlan can have multiple Goals</a:t>
            </a:r>
            <a:endParaRPr sz="120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78" name="Google Shape;978;p116"/>
          <p:cNvSpPr txBox="1"/>
          <p:nvPr/>
        </p:nvSpPr>
        <p:spPr>
          <a:xfrm>
            <a:off x="304800" y="71025"/>
            <a:ext cx="7877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5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Care Plans</a:t>
            </a:r>
            <a:endParaRPr b="1" sz="25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979" name="Google Shape;979;p116"/>
          <p:cNvCxnSpPr/>
          <p:nvPr/>
        </p:nvCxnSpPr>
        <p:spPr>
          <a:xfrm>
            <a:off x="-23950" y="738527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80" name="Google Shape;980;p1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17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986" name="Google Shape;986;p117"/>
          <p:cNvSpPr txBox="1"/>
          <p:nvPr>
            <p:ph idx="2" type="title"/>
          </p:nvPr>
        </p:nvSpPr>
        <p:spPr>
          <a:xfrm>
            <a:off x="3199750" y="2045850"/>
            <a:ext cx="5362200" cy="11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Intake &amp; Assessments</a:t>
            </a:r>
            <a:endParaRPr/>
          </a:p>
        </p:txBody>
      </p:sp>
      <p:sp>
        <p:nvSpPr>
          <p:cNvPr id="987" name="Google Shape;987;p117"/>
          <p:cNvSpPr txBox="1"/>
          <p:nvPr>
            <p:ph type="title"/>
          </p:nvPr>
        </p:nvSpPr>
        <p:spPr>
          <a:xfrm>
            <a:off x="810000" y="1536150"/>
            <a:ext cx="2071200" cy="207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18"/>
          <p:cNvSpPr txBox="1"/>
          <p:nvPr/>
        </p:nvSpPr>
        <p:spPr>
          <a:xfrm>
            <a:off x="304800" y="71025"/>
            <a:ext cx="7877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5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Assessments</a:t>
            </a:r>
            <a:endParaRPr b="1" sz="25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993" name="Google Shape;993;p118"/>
          <p:cNvCxnSpPr/>
          <p:nvPr/>
        </p:nvCxnSpPr>
        <p:spPr>
          <a:xfrm>
            <a:off x="-23950" y="738527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94" name="Google Shape;994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118"/>
          <p:cNvPicPr preferRelativeResize="0"/>
          <p:nvPr/>
        </p:nvPicPr>
        <p:blipFill rotWithShape="1">
          <a:blip r:embed="rId4">
            <a:alphaModFix/>
          </a:blip>
          <a:srcRect b="37847" l="0" r="0" t="36653"/>
          <a:stretch/>
        </p:blipFill>
        <p:spPr>
          <a:xfrm>
            <a:off x="76200" y="1580599"/>
            <a:ext cx="8991600" cy="2511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19"/>
          <p:cNvSpPr txBox="1"/>
          <p:nvPr/>
        </p:nvSpPr>
        <p:spPr>
          <a:xfrm>
            <a:off x="213250" y="1323025"/>
            <a:ext cx="33462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u="sng">
                <a:solidFill>
                  <a:schemeClr val="hlink"/>
                </a:solidFill>
                <a:hlinkClick r:id="rId3"/>
              </a:rPr>
              <a:t>Questionnaire</a:t>
            </a:r>
            <a:r>
              <a:rPr lang="en"/>
              <a:t>: Definition of questions/answers. 1 per form.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Prefer standard assessments where available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Tag each question / answer with appropriate LOINC codes for reporting. 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LOINC has predefined standard assessments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NLM form builder</a:t>
            </a:r>
            <a:r>
              <a:rPr lang="en" sz="1200"/>
              <a:t> can generate standardized assessments in FHIR format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u="sng">
                <a:solidFill>
                  <a:schemeClr val="hlink"/>
                </a:solidFill>
                <a:hlinkClick r:id="rId5"/>
              </a:rPr>
              <a:t>QuestionnaireResponse</a:t>
            </a:r>
            <a:r>
              <a:rPr lang="en"/>
              <a:t>: Patient’s responses to each question. 1 per patient, per instance.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119"/>
          <p:cNvSpPr txBox="1"/>
          <p:nvPr/>
        </p:nvSpPr>
        <p:spPr>
          <a:xfrm>
            <a:off x="304800" y="71025"/>
            <a:ext cx="7877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5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Assessments</a:t>
            </a:r>
            <a:endParaRPr b="1" sz="25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1002" name="Google Shape;1002;p119"/>
          <p:cNvCxnSpPr/>
          <p:nvPr/>
        </p:nvCxnSpPr>
        <p:spPr>
          <a:xfrm>
            <a:off x="-23950" y="738527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3" name="Google Shape;1003;p119"/>
          <p:cNvSpPr txBox="1"/>
          <p:nvPr/>
        </p:nvSpPr>
        <p:spPr>
          <a:xfrm>
            <a:off x="4673025" y="1323025"/>
            <a:ext cx="42333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u="sng">
                <a:solidFill>
                  <a:schemeClr val="hlink"/>
                </a:solidFill>
                <a:hlinkClick r:id="rId6"/>
              </a:rPr>
              <a:t>Observation</a:t>
            </a:r>
            <a:r>
              <a:rPr lang="en"/>
              <a:t> &amp; </a:t>
            </a:r>
            <a:r>
              <a:rPr b="1" lang="en" u="sng">
                <a:solidFill>
                  <a:schemeClr val="hlink"/>
                </a:solidFill>
                <a:hlinkClick r:id="rId7"/>
              </a:rPr>
              <a:t>RiskAssessment</a:t>
            </a:r>
            <a:r>
              <a:rPr b="1" lang="en"/>
              <a:t>: </a:t>
            </a:r>
            <a:r>
              <a:rPr lang="en"/>
              <a:t>Structured representations of the point-in-time results measured by an assessment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RiskAssessment </a:t>
            </a:r>
            <a:r>
              <a:rPr lang="en" sz="1200">
                <a:solidFill>
                  <a:schemeClr val="dk1"/>
                </a:solidFill>
              </a:rPr>
              <a:t>is a specialized form of </a:t>
            </a:r>
            <a:r>
              <a:rPr b="1" lang="en" sz="1200">
                <a:solidFill>
                  <a:schemeClr val="dk1"/>
                </a:solidFill>
              </a:rPr>
              <a:t>Observation</a:t>
            </a:r>
            <a:r>
              <a:rPr lang="en" sz="1200">
                <a:solidFill>
                  <a:schemeClr val="dk1"/>
                </a:solidFill>
              </a:rPr>
              <a:t>, tailored to propensity measurements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Use Bots to parse </a:t>
            </a:r>
            <a:r>
              <a:rPr b="1" lang="en" sz="1200"/>
              <a:t>QuestionnaireResponse</a:t>
            </a:r>
            <a:r>
              <a:rPr lang="en" sz="1200"/>
              <a:t> and compute scores (</a:t>
            </a:r>
            <a:r>
              <a:rPr lang="en" sz="1200" u="sng">
                <a:solidFill>
                  <a:schemeClr val="hlink"/>
                </a:solidFill>
                <a:hlinkClick r:id="rId8"/>
              </a:rPr>
              <a:t>Guide</a:t>
            </a:r>
            <a:r>
              <a:rPr lang="en" sz="1200"/>
              <a:t>).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Annotate with LOINC codes for compliance, billing, and reporting.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700"/>
              <a:buFont typeface="Cairo"/>
              <a:buChar char="●"/>
            </a:pPr>
            <a:r>
              <a:rPr b="1" lang="en" u="sng">
                <a:solidFill>
                  <a:schemeClr val="hlink"/>
                </a:solidFill>
                <a:hlinkClick r:id="rId9"/>
              </a:rPr>
              <a:t>Condition</a:t>
            </a:r>
            <a:r>
              <a:rPr b="1" lang="en"/>
              <a:t>: </a:t>
            </a:r>
            <a:r>
              <a:rPr lang="en"/>
              <a:t>Records a long-term diagnosis for a patient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Annotate with ICD-10 codes for billing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Use Bots to update status with new information</a:t>
            </a:r>
            <a:endParaRPr sz="1200"/>
          </a:p>
        </p:txBody>
      </p:sp>
      <p:pic>
        <p:nvPicPr>
          <p:cNvPr id="1004" name="Google Shape;1004;p1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20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10" name="Google Shape;1010;p120"/>
          <p:cNvSpPr txBox="1"/>
          <p:nvPr>
            <p:ph idx="2" type="title"/>
          </p:nvPr>
        </p:nvSpPr>
        <p:spPr>
          <a:xfrm>
            <a:off x="3199750" y="2045850"/>
            <a:ext cx="5362200" cy="11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Care Teams</a:t>
            </a:r>
            <a:endParaRPr/>
          </a:p>
        </p:txBody>
      </p:sp>
      <p:sp>
        <p:nvSpPr>
          <p:cNvPr id="1011" name="Google Shape;1011;p120"/>
          <p:cNvSpPr txBox="1"/>
          <p:nvPr>
            <p:ph type="title"/>
          </p:nvPr>
        </p:nvSpPr>
        <p:spPr>
          <a:xfrm>
            <a:off x="810000" y="1536150"/>
            <a:ext cx="2071200" cy="207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Google Shape;1016;p121"/>
          <p:cNvPicPr preferRelativeResize="0"/>
          <p:nvPr/>
        </p:nvPicPr>
        <p:blipFill rotWithShape="1">
          <a:blip r:embed="rId3">
            <a:alphaModFix/>
          </a:blip>
          <a:srcRect b="31281" l="0" r="0" t="32004"/>
          <a:stretch/>
        </p:blipFill>
        <p:spPr>
          <a:xfrm>
            <a:off x="585200" y="565900"/>
            <a:ext cx="7973600" cy="401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22"/>
          <p:cNvSpPr txBox="1"/>
          <p:nvPr/>
        </p:nvSpPr>
        <p:spPr>
          <a:xfrm>
            <a:off x="213250" y="1323025"/>
            <a:ext cx="33462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3"/>
              </a:rPr>
              <a:t>CareTeam</a:t>
            </a:r>
            <a:r>
              <a:rPr lang="en">
                <a:latin typeface="Cairo"/>
                <a:ea typeface="Cairo"/>
                <a:cs typeface="Cairo"/>
                <a:sym typeface="Cairo"/>
              </a:rPr>
              <a:t>: Definition of a group of providers assembled for a specific patient.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>
                <a:latin typeface="Courier Prime"/>
                <a:ea typeface="Courier Prime"/>
                <a:cs typeface="Courier Prime"/>
                <a:sym typeface="Courier Prime"/>
              </a:rPr>
              <a:t>Careteam.participant</a:t>
            </a:r>
            <a:r>
              <a:rPr lang="en" sz="1200">
                <a:latin typeface="Cairo"/>
                <a:ea typeface="Cairo"/>
                <a:cs typeface="Cairo"/>
                <a:sym typeface="Cairo"/>
              </a:rPr>
              <a:t> field defines the function of each provider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lang="en" sz="1200">
                <a:latin typeface="Cairo"/>
                <a:ea typeface="Cairo"/>
                <a:cs typeface="Cairo"/>
                <a:sym typeface="Cairo"/>
              </a:rPr>
              <a:t>Use SNOMED codes to annotate roles.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●"/>
            </a:pPr>
            <a:r>
              <a:rPr b="1" lang="en" sz="12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4"/>
              </a:rPr>
              <a:t>Practitioner</a:t>
            </a:r>
            <a:r>
              <a:rPr lang="en" sz="1200">
                <a:latin typeface="Cairo"/>
                <a:ea typeface="Cairo"/>
                <a:cs typeface="Cairo"/>
                <a:sym typeface="Cairo"/>
              </a:rPr>
              <a:t>: Defines the profile of each provider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lang="en" sz="1200">
                <a:latin typeface="Cairo"/>
                <a:ea typeface="Cairo"/>
                <a:cs typeface="Cairo"/>
                <a:sym typeface="Cairo"/>
              </a:rPr>
              <a:t>Used as the </a:t>
            </a:r>
            <a:r>
              <a:rPr lang="en" sz="12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5"/>
              </a:rPr>
              <a:t>profile resource</a:t>
            </a:r>
            <a:r>
              <a:rPr lang="en" sz="1200">
                <a:latin typeface="Cairo"/>
                <a:ea typeface="Cairo"/>
                <a:cs typeface="Cairo"/>
                <a:sym typeface="Cairo"/>
              </a:rPr>
              <a:t> during login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○"/>
            </a:pPr>
            <a:r>
              <a:rPr lang="en" sz="1200">
                <a:latin typeface="Cairo"/>
                <a:ea typeface="Cairo"/>
                <a:cs typeface="Cairo"/>
                <a:sym typeface="Cairo"/>
              </a:rPr>
              <a:t>Can be synced to 3rd party system for user registration via Bots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122"/>
          <p:cNvSpPr txBox="1"/>
          <p:nvPr/>
        </p:nvSpPr>
        <p:spPr>
          <a:xfrm>
            <a:off x="304800" y="71025"/>
            <a:ext cx="7877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B75"/>
              </a:buClr>
              <a:buSzPts val="4200"/>
              <a:buFont typeface="Helvetica Neue"/>
              <a:buNone/>
            </a:pPr>
            <a:r>
              <a:rPr b="1" lang="en" sz="2500">
                <a:solidFill>
                  <a:srgbClr val="946AF9"/>
                </a:solidFill>
                <a:latin typeface="Cairo"/>
                <a:ea typeface="Cairo"/>
                <a:cs typeface="Cairo"/>
                <a:sym typeface="Cairo"/>
              </a:rPr>
              <a:t>Care Teams</a:t>
            </a:r>
            <a:endParaRPr b="1" sz="2500">
              <a:solidFill>
                <a:srgbClr val="946AF9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1023" name="Google Shape;1023;p122"/>
          <p:cNvCxnSpPr/>
          <p:nvPr/>
        </p:nvCxnSpPr>
        <p:spPr>
          <a:xfrm>
            <a:off x="-23950" y="738527"/>
            <a:ext cx="9209400" cy="0"/>
          </a:xfrm>
          <a:prstGeom prst="straightConnector1">
            <a:avLst/>
          </a:prstGeom>
          <a:noFill/>
          <a:ln cap="flat" cmpd="sng" w="19050">
            <a:solidFill>
              <a:srgbClr val="946AF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24" name="Google Shape;1024;p1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74249" y="104521"/>
            <a:ext cx="518500" cy="495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5" name="Google Shape;1025;p122"/>
          <p:cNvGraphicFramePr/>
          <p:nvPr/>
        </p:nvGraphicFramePr>
        <p:xfrm>
          <a:off x="5341200" y="99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{AA243196-FB39-4084-B589-AAB5FD513E33}</a:tableStyleId>
              </a:tblPr>
              <a:tblGrid>
                <a:gridCol w="1425150"/>
                <a:gridCol w="1425150"/>
              </a:tblGrid>
              <a:tr h="32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Role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SNOMED Code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Primary Care Physician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446050000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Registered Nurse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224535009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Social Worker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106328005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Physical Therapist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36682004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Occupational Therapist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80546007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Recreational Therapist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308191009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Dietitian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159033005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Center Manager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159441000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Home Care Coordinator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768730001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  <a:tr h="322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Personal Care Attendant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768836001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Driver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900">
                          <a:latin typeface="Cairo"/>
                          <a:ea typeface="Cairo"/>
                          <a:cs typeface="Cairo"/>
                          <a:sym typeface="Cairo"/>
                        </a:rPr>
                        <a:t>236320001</a:t>
                      </a:r>
                      <a:endParaRPr sz="9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edplum">
  <a:themeElements>
    <a:clrScheme name="White">
      <a:dk1>
        <a:srgbClr val="000000"/>
      </a:dk1>
      <a:lt1>
        <a:srgbClr val="FFFFFF"/>
      </a:lt1>
      <a:dk2>
        <a:srgbClr val="AD7136"/>
      </a:dk2>
      <a:lt2>
        <a:srgbClr val="4E3318"/>
      </a:lt2>
      <a:accent1>
        <a:srgbClr val="5A2878"/>
      </a:accent1>
      <a:accent2>
        <a:srgbClr val="7E4F9B"/>
      </a:accent2>
      <a:accent3>
        <a:srgbClr val="EED3FF"/>
      </a:accent3>
      <a:accent4>
        <a:srgbClr val="58B741"/>
      </a:accent4>
      <a:accent5>
        <a:srgbClr val="70D65B"/>
      </a:accent5>
      <a:accent6>
        <a:srgbClr val="C9FAB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edplum">
  <a:themeElements>
    <a:clrScheme name="White">
      <a:dk1>
        <a:srgbClr val="000000"/>
      </a:dk1>
      <a:lt1>
        <a:srgbClr val="FFFFFF"/>
      </a:lt1>
      <a:dk2>
        <a:srgbClr val="AD7136"/>
      </a:dk2>
      <a:lt2>
        <a:srgbClr val="4E3318"/>
      </a:lt2>
      <a:accent1>
        <a:srgbClr val="5A2878"/>
      </a:accent1>
      <a:accent2>
        <a:srgbClr val="7E4F9B"/>
      </a:accent2>
      <a:accent3>
        <a:srgbClr val="EED3FF"/>
      </a:accent3>
      <a:accent4>
        <a:srgbClr val="58B741"/>
      </a:accent4>
      <a:accent5>
        <a:srgbClr val="70D65B"/>
      </a:accent5>
      <a:accent6>
        <a:srgbClr val="C9FAB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